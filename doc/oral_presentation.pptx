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77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9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90F04-87CC-4CA6-81FD-DAF1DD313A6B}" v="114" dt="2026-06-02T12:23:22.910"/>
    <p1510:client id="{236B92B4-3A41-2D7B-940A-25328F3AFBC9}" v="831" dt="2026-06-02T12:37:48.303"/>
    <p1510:client id="{41201EF3-B9C5-4FE4-AF94-F3FC641299F0}" v="362" dt="2026-06-02T12:44:14.577"/>
    <p1510:client id="{64465B7F-2A8B-AF1F-DBB1-84F985530C5A}" v="1" dt="2026-06-02T12:53:25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vin Mac Aonghusa" userId="3505228d-ae2f-4d7b-87f3-cf365c5f845a" providerId="ADAL" clId="{166BBF91-BB4F-43EE-A8D7-15B965886F03}"/>
    <pc:docChg chg="undo redo custSel addSld delSld modSld sldOrd">
      <pc:chgData name="Gavin Mac Aonghusa" userId="3505228d-ae2f-4d7b-87f3-cf365c5f845a" providerId="ADAL" clId="{166BBF91-BB4F-43EE-A8D7-15B965886F03}" dt="2026-06-02T12:23:22.910" v="114" actId="20577"/>
      <pc:docMkLst>
        <pc:docMk/>
      </pc:docMkLst>
      <pc:sldChg chg="addSp delSp modSp mod">
        <pc:chgData name="Gavin Mac Aonghusa" userId="3505228d-ae2f-4d7b-87f3-cf365c5f845a" providerId="ADAL" clId="{166BBF91-BB4F-43EE-A8D7-15B965886F03}" dt="2026-06-02T12:22:26.225" v="106" actId="20577"/>
        <pc:sldMkLst>
          <pc:docMk/>
          <pc:sldMk cId="0" sldId="258"/>
        </pc:sldMkLst>
        <pc:spChg chg="mod">
          <ac:chgData name="Gavin Mac Aonghusa" userId="3505228d-ae2f-4d7b-87f3-cf365c5f845a" providerId="ADAL" clId="{166BBF91-BB4F-43EE-A8D7-15B965886F03}" dt="2026-06-02T12:22:26.225" v="106" actId="20577"/>
          <ac:spMkLst>
            <pc:docMk/>
            <pc:sldMk cId="0" sldId="258"/>
            <ac:spMk id="6" creationId="{00000000-0000-0000-0000-000000000000}"/>
          </ac:spMkLst>
        </pc:spChg>
        <pc:picChg chg="del mod">
          <ac:chgData name="Gavin Mac Aonghusa" userId="3505228d-ae2f-4d7b-87f3-cf365c5f845a" providerId="ADAL" clId="{166BBF91-BB4F-43EE-A8D7-15B965886F03}" dt="2026-06-02T12:21:30.302" v="43" actId="478"/>
          <ac:picMkLst>
            <pc:docMk/>
            <pc:sldMk cId="0" sldId="258"/>
            <ac:picMk id="5" creationId="{00000000-0000-0000-0000-000000000000}"/>
          </ac:picMkLst>
        </pc:picChg>
        <pc:picChg chg="add del mod">
          <ac:chgData name="Gavin Mac Aonghusa" userId="3505228d-ae2f-4d7b-87f3-cf365c5f845a" providerId="ADAL" clId="{166BBF91-BB4F-43EE-A8D7-15B965886F03}" dt="2026-06-02T12:20:28.684" v="37" actId="931"/>
          <ac:picMkLst>
            <pc:docMk/>
            <pc:sldMk cId="0" sldId="258"/>
            <ac:picMk id="8" creationId="{0C1B2DF7-A204-9F7A-033F-71661B832A9E}"/>
          </ac:picMkLst>
        </pc:picChg>
        <pc:picChg chg="add mod">
          <ac:chgData name="Gavin Mac Aonghusa" userId="3505228d-ae2f-4d7b-87f3-cf365c5f845a" providerId="ADAL" clId="{166BBF91-BB4F-43EE-A8D7-15B965886F03}" dt="2026-06-02T12:20:55.330" v="39" actId="931"/>
          <ac:picMkLst>
            <pc:docMk/>
            <pc:sldMk cId="0" sldId="258"/>
            <ac:picMk id="10" creationId="{9FED8525-546A-A88C-809D-0904BE26B9D2}"/>
          </ac:picMkLst>
        </pc:picChg>
      </pc:sldChg>
      <pc:sldChg chg="modSp mod">
        <pc:chgData name="Gavin Mac Aonghusa" userId="3505228d-ae2f-4d7b-87f3-cf365c5f845a" providerId="ADAL" clId="{166BBF91-BB4F-43EE-A8D7-15B965886F03}" dt="2026-06-02T12:19:26.612" v="28"/>
        <pc:sldMkLst>
          <pc:docMk/>
          <pc:sldMk cId="0" sldId="265"/>
        </pc:sldMkLst>
        <pc:spChg chg="mod">
          <ac:chgData name="Gavin Mac Aonghusa" userId="3505228d-ae2f-4d7b-87f3-cf365c5f845a" providerId="ADAL" clId="{166BBF91-BB4F-43EE-A8D7-15B965886F03}" dt="2026-06-02T12:19:26.612" v="28"/>
          <ac:spMkLst>
            <pc:docMk/>
            <pc:sldMk cId="0" sldId="265"/>
            <ac:spMk id="3" creationId="{00000000-0000-0000-0000-000000000000}"/>
          </ac:spMkLst>
        </pc:spChg>
        <pc:spChg chg="mod">
          <ac:chgData name="Gavin Mac Aonghusa" userId="3505228d-ae2f-4d7b-87f3-cf365c5f845a" providerId="ADAL" clId="{166BBF91-BB4F-43EE-A8D7-15B965886F03}" dt="2026-06-02T12:19:21.100" v="27" actId="21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Gavin Mac Aonghusa" userId="3505228d-ae2f-4d7b-87f3-cf365c5f845a" providerId="ADAL" clId="{166BBF91-BB4F-43EE-A8D7-15B965886F03}" dt="2026-06-02T12:20:30.972" v="38" actId="20577"/>
        <pc:sldMkLst>
          <pc:docMk/>
          <pc:sldMk cId="0" sldId="266"/>
        </pc:sldMkLst>
        <pc:spChg chg="mod">
          <ac:chgData name="Gavin Mac Aonghusa" userId="3505228d-ae2f-4d7b-87f3-cf365c5f845a" providerId="ADAL" clId="{166BBF91-BB4F-43EE-A8D7-15B965886F03}" dt="2026-06-02T12:20:30.972" v="3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Gavin Mac Aonghusa" userId="3505228d-ae2f-4d7b-87f3-cf365c5f845a" providerId="ADAL" clId="{166BBF91-BB4F-43EE-A8D7-15B965886F03}" dt="2026-06-02T11:32:10.126" v="5" actId="403"/>
        <pc:sldMkLst>
          <pc:docMk/>
          <pc:sldMk cId="0" sldId="269"/>
        </pc:sldMkLst>
        <pc:spChg chg="mod">
          <ac:chgData name="Gavin Mac Aonghusa" userId="3505228d-ae2f-4d7b-87f3-cf365c5f845a" providerId="ADAL" clId="{166BBF91-BB4F-43EE-A8D7-15B965886F03}" dt="2026-06-02T11:32:10.126" v="5" actId="403"/>
          <ac:spMkLst>
            <pc:docMk/>
            <pc:sldMk cId="0" sldId="269"/>
            <ac:spMk id="6" creationId="{00000000-0000-0000-0000-000000000000}"/>
          </ac:spMkLst>
        </pc:spChg>
      </pc:sldChg>
      <pc:sldChg chg="add del">
        <pc:chgData name="Gavin Mac Aonghusa" userId="3505228d-ae2f-4d7b-87f3-cf365c5f845a" providerId="ADAL" clId="{166BBF91-BB4F-43EE-A8D7-15B965886F03}" dt="2026-06-02T11:43:02.253" v="24" actId="47"/>
        <pc:sldMkLst>
          <pc:docMk/>
          <pc:sldMk cId="0" sldId="270"/>
        </pc:sldMkLst>
      </pc:sldChg>
      <pc:sldChg chg="addSp modSp mod">
        <pc:chgData name="Gavin Mac Aonghusa" userId="3505228d-ae2f-4d7b-87f3-cf365c5f845a" providerId="ADAL" clId="{166BBF91-BB4F-43EE-A8D7-15B965886F03}" dt="2026-06-02T11:38:38.232" v="21"/>
        <pc:sldMkLst>
          <pc:docMk/>
          <pc:sldMk cId="0" sldId="271"/>
        </pc:sldMkLst>
        <pc:spChg chg="add mod">
          <ac:chgData name="Gavin Mac Aonghusa" userId="3505228d-ae2f-4d7b-87f3-cf365c5f845a" providerId="ADAL" clId="{166BBF91-BB4F-43EE-A8D7-15B965886F03}" dt="2026-06-02T11:34:30.474" v="8" actId="1076"/>
          <ac:spMkLst>
            <pc:docMk/>
            <pc:sldMk cId="0" sldId="271"/>
            <ac:spMk id="5" creationId="{E52C36A5-675D-3489-6523-2C1204B7D290}"/>
          </ac:spMkLst>
        </pc:spChg>
        <pc:graphicFrameChg chg="add mod modGraphic">
          <ac:chgData name="Gavin Mac Aonghusa" userId="3505228d-ae2f-4d7b-87f3-cf365c5f845a" providerId="ADAL" clId="{166BBF91-BB4F-43EE-A8D7-15B965886F03}" dt="2026-06-02T11:38:38.232" v="21"/>
          <ac:graphicFrameMkLst>
            <pc:docMk/>
            <pc:sldMk cId="0" sldId="271"/>
            <ac:graphicFrameMk id="6" creationId="{07563FA2-D04B-3DDB-7DDB-15069814755F}"/>
          </ac:graphicFrameMkLst>
        </pc:graphicFrameChg>
      </pc:sldChg>
      <pc:sldChg chg="modSp mod">
        <pc:chgData name="Gavin Mac Aonghusa" userId="3505228d-ae2f-4d7b-87f3-cf365c5f845a" providerId="ADAL" clId="{166BBF91-BB4F-43EE-A8D7-15B965886F03}" dt="2026-06-02T12:23:11.880" v="110" actId="20577"/>
        <pc:sldMkLst>
          <pc:docMk/>
          <pc:sldMk cId="0" sldId="274"/>
        </pc:sldMkLst>
        <pc:spChg chg="mod">
          <ac:chgData name="Gavin Mac Aonghusa" userId="3505228d-ae2f-4d7b-87f3-cf365c5f845a" providerId="ADAL" clId="{166BBF91-BB4F-43EE-A8D7-15B965886F03}" dt="2026-06-02T12:23:11.880" v="110" actId="20577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Gavin Mac Aonghusa" userId="3505228d-ae2f-4d7b-87f3-cf365c5f845a" providerId="ADAL" clId="{166BBF91-BB4F-43EE-A8D7-15B965886F03}" dt="2026-06-02T12:23:16.933" v="112" actId="20577"/>
        <pc:sldMkLst>
          <pc:docMk/>
          <pc:sldMk cId="0" sldId="275"/>
        </pc:sldMkLst>
        <pc:spChg chg="mod">
          <ac:chgData name="Gavin Mac Aonghusa" userId="3505228d-ae2f-4d7b-87f3-cf365c5f845a" providerId="ADAL" clId="{166BBF91-BB4F-43EE-A8D7-15B965886F03}" dt="2026-06-02T12:23:16.933" v="112" actId="20577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Gavin Mac Aonghusa" userId="3505228d-ae2f-4d7b-87f3-cf365c5f845a" providerId="ADAL" clId="{166BBF91-BB4F-43EE-A8D7-15B965886F03}" dt="2026-06-02T12:23:22.910" v="114" actId="20577"/>
        <pc:sldMkLst>
          <pc:docMk/>
          <pc:sldMk cId="0" sldId="276"/>
        </pc:sldMkLst>
        <pc:spChg chg="mod">
          <ac:chgData name="Gavin Mac Aonghusa" userId="3505228d-ae2f-4d7b-87f3-cf365c5f845a" providerId="ADAL" clId="{166BBF91-BB4F-43EE-A8D7-15B965886F03}" dt="2026-06-02T12:23:22.910" v="114" actId="20577"/>
          <ac:spMkLst>
            <pc:docMk/>
            <pc:sldMk cId="0" sldId="276"/>
            <ac:spMk id="4" creationId="{00000000-0000-0000-0000-000000000000}"/>
          </ac:spMkLst>
        </pc:spChg>
      </pc:sldChg>
      <pc:sldChg chg="addSp mod">
        <pc:chgData name="Gavin Mac Aonghusa" userId="3505228d-ae2f-4d7b-87f3-cf365c5f845a" providerId="ADAL" clId="{166BBF91-BB4F-43EE-A8D7-15B965886F03}" dt="2026-06-02T11:52:06.288" v="26" actId="22"/>
        <pc:sldMkLst>
          <pc:docMk/>
          <pc:sldMk cId="1292747890" sldId="277"/>
        </pc:sldMkLst>
        <pc:picChg chg="add">
          <ac:chgData name="Gavin Mac Aonghusa" userId="3505228d-ae2f-4d7b-87f3-cf365c5f845a" providerId="ADAL" clId="{166BBF91-BB4F-43EE-A8D7-15B965886F03}" dt="2026-06-02T11:51:26.968" v="25" actId="22"/>
          <ac:picMkLst>
            <pc:docMk/>
            <pc:sldMk cId="1292747890" sldId="277"/>
            <ac:picMk id="7" creationId="{1F413533-CD8B-E512-C3EF-5E8E75E105DC}"/>
          </ac:picMkLst>
        </pc:picChg>
        <pc:picChg chg="add">
          <ac:chgData name="Gavin Mac Aonghusa" userId="3505228d-ae2f-4d7b-87f3-cf365c5f845a" providerId="ADAL" clId="{166BBF91-BB4F-43EE-A8D7-15B965886F03}" dt="2026-06-02T11:52:06.288" v="26" actId="22"/>
          <ac:picMkLst>
            <pc:docMk/>
            <pc:sldMk cId="1292747890" sldId="277"/>
            <ac:picMk id="9" creationId="{82812325-EB45-EAF2-9959-3074FC1232DD}"/>
          </ac:picMkLst>
        </pc:picChg>
      </pc:sldChg>
      <pc:sldChg chg="delSp modSp add mod ord">
        <pc:chgData name="Gavin Mac Aonghusa" userId="3505228d-ae2f-4d7b-87f3-cf365c5f845a" providerId="ADAL" clId="{166BBF91-BB4F-43EE-A8D7-15B965886F03}" dt="2026-06-02T12:23:07.171" v="108" actId="20577"/>
        <pc:sldMkLst>
          <pc:docMk/>
          <pc:sldMk cId="691617212" sldId="279"/>
        </pc:sldMkLst>
        <pc:spChg chg="mod">
          <ac:chgData name="Gavin Mac Aonghusa" userId="3505228d-ae2f-4d7b-87f3-cf365c5f845a" providerId="ADAL" clId="{166BBF91-BB4F-43EE-A8D7-15B965886F03}" dt="2026-06-02T12:23:07.171" v="108" actId="20577"/>
          <ac:spMkLst>
            <pc:docMk/>
            <pc:sldMk cId="691617212" sldId="279"/>
            <ac:spMk id="4" creationId="{AE551ADD-299F-94AC-CFA1-D11149E56458}"/>
          </ac:spMkLst>
        </pc:spChg>
        <pc:picChg chg="del">
          <ac:chgData name="Gavin Mac Aonghusa" userId="3505228d-ae2f-4d7b-87f3-cf365c5f845a" providerId="ADAL" clId="{166BBF91-BB4F-43EE-A8D7-15B965886F03}" dt="2026-06-02T12:21:37.384" v="44" actId="478"/>
          <ac:picMkLst>
            <pc:docMk/>
            <pc:sldMk cId="691617212" sldId="279"/>
            <ac:picMk id="10" creationId="{7139EC6D-F15C-57A2-F67A-A469074DF2A8}"/>
          </ac:picMkLst>
        </pc:picChg>
      </pc:sldChg>
    </pc:docChg>
  </pc:docChgLst>
  <pc:docChgLst>
    <pc:chgData name="Titouan Bocquet" userId="1833d026-2668-4325-82af-ca72044930d5" providerId="ADAL" clId="{3F24E4F3-096B-4521-85DF-9DB8B36DD3A8}"/>
    <pc:docChg chg="custSel modSld">
      <pc:chgData name="Titouan Bocquet" userId="1833d026-2668-4325-82af-ca72044930d5" providerId="ADAL" clId="{3F24E4F3-096B-4521-85DF-9DB8B36DD3A8}" dt="2026-06-02T12:44:14.577" v="361" actId="12"/>
      <pc:docMkLst>
        <pc:docMk/>
      </pc:docMkLst>
      <pc:sldChg chg="modSp mod">
        <pc:chgData name="Titouan Bocquet" userId="1833d026-2668-4325-82af-ca72044930d5" providerId="ADAL" clId="{3F24E4F3-096B-4521-85DF-9DB8B36DD3A8}" dt="2026-06-02T12:43:38.785" v="360" actId="207"/>
        <pc:sldMkLst>
          <pc:docMk/>
          <pc:sldMk cId="0" sldId="258"/>
        </pc:sldMkLst>
        <pc:spChg chg="mod">
          <ac:chgData name="Titouan Bocquet" userId="1833d026-2668-4325-82af-ca72044930d5" providerId="ADAL" clId="{3F24E4F3-096B-4521-85DF-9DB8B36DD3A8}" dt="2026-06-02T12:43:38.785" v="360" actId="207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Titouan Bocquet" userId="1833d026-2668-4325-82af-ca72044930d5" providerId="ADAL" clId="{3F24E4F3-096B-4521-85DF-9DB8B36DD3A8}" dt="2026-06-02T11:54:01.978" v="61" actId="732"/>
        <pc:sldMkLst>
          <pc:docMk/>
          <pc:sldMk cId="0" sldId="262"/>
        </pc:sldMkLst>
        <pc:picChg chg="add mod modCrop">
          <ac:chgData name="Titouan Bocquet" userId="1833d026-2668-4325-82af-ca72044930d5" providerId="ADAL" clId="{3F24E4F3-096B-4521-85DF-9DB8B36DD3A8}" dt="2026-06-02T11:54:01.978" v="61" actId="732"/>
          <ac:picMkLst>
            <pc:docMk/>
            <pc:sldMk cId="0" sldId="262"/>
            <ac:picMk id="8" creationId="{81DE52F5-5D43-C77E-A564-D20247579E10}"/>
          </ac:picMkLst>
        </pc:picChg>
      </pc:sldChg>
      <pc:sldChg chg="addSp modSp mod">
        <pc:chgData name="Titouan Bocquet" userId="1833d026-2668-4325-82af-ca72044930d5" providerId="ADAL" clId="{3F24E4F3-096B-4521-85DF-9DB8B36DD3A8}" dt="2026-06-02T11:52:23.504" v="54" actId="1076"/>
        <pc:sldMkLst>
          <pc:docMk/>
          <pc:sldMk cId="0" sldId="263"/>
        </pc:sldMkLst>
        <pc:picChg chg="mod">
          <ac:chgData name="Titouan Bocquet" userId="1833d026-2668-4325-82af-ca72044930d5" providerId="ADAL" clId="{3F24E4F3-096B-4521-85DF-9DB8B36DD3A8}" dt="2026-06-02T11:52:17.631" v="51" actId="1076"/>
          <ac:picMkLst>
            <pc:docMk/>
            <pc:sldMk cId="0" sldId="263"/>
            <ac:picMk id="6" creationId="{00000000-0000-0000-0000-000000000000}"/>
          </ac:picMkLst>
        </pc:picChg>
        <pc:picChg chg="add mod">
          <ac:chgData name="Titouan Bocquet" userId="1833d026-2668-4325-82af-ca72044930d5" providerId="ADAL" clId="{3F24E4F3-096B-4521-85DF-9DB8B36DD3A8}" dt="2026-06-02T11:52:23.504" v="54" actId="1076"/>
          <ac:picMkLst>
            <pc:docMk/>
            <pc:sldMk cId="0" sldId="263"/>
            <ac:picMk id="8" creationId="{2D1649D9-7960-AB68-E9BB-B880AC350FA8}"/>
          </ac:picMkLst>
        </pc:picChg>
      </pc:sldChg>
      <pc:sldChg chg="addSp modSp mod">
        <pc:chgData name="Titouan Bocquet" userId="1833d026-2668-4325-82af-ca72044930d5" providerId="ADAL" clId="{3F24E4F3-096B-4521-85DF-9DB8B36DD3A8}" dt="2026-06-02T11:52:46.812" v="56" actId="1076"/>
        <pc:sldMkLst>
          <pc:docMk/>
          <pc:sldMk cId="0" sldId="264"/>
        </pc:sldMkLst>
        <pc:picChg chg="add mod">
          <ac:chgData name="Titouan Bocquet" userId="1833d026-2668-4325-82af-ca72044930d5" providerId="ADAL" clId="{3F24E4F3-096B-4521-85DF-9DB8B36DD3A8}" dt="2026-06-02T11:52:46.812" v="56" actId="1076"/>
          <ac:picMkLst>
            <pc:docMk/>
            <pc:sldMk cId="0" sldId="264"/>
            <ac:picMk id="8" creationId="{FFB6EAAF-E9E0-421A-EE96-53098B7600D0}"/>
          </ac:picMkLst>
        </pc:picChg>
      </pc:sldChg>
      <pc:sldChg chg="addSp modSp mod">
        <pc:chgData name="Titouan Bocquet" userId="1833d026-2668-4325-82af-ca72044930d5" providerId="ADAL" clId="{3F24E4F3-096B-4521-85DF-9DB8B36DD3A8}" dt="2026-06-02T11:53:16.961" v="60" actId="1076"/>
        <pc:sldMkLst>
          <pc:docMk/>
          <pc:sldMk cId="0" sldId="265"/>
        </pc:sldMkLst>
        <pc:picChg chg="mod">
          <ac:chgData name="Titouan Bocquet" userId="1833d026-2668-4325-82af-ca72044930d5" providerId="ADAL" clId="{3F24E4F3-096B-4521-85DF-9DB8B36DD3A8}" dt="2026-06-02T11:53:10.813" v="57" actId="1076"/>
          <ac:picMkLst>
            <pc:docMk/>
            <pc:sldMk cId="0" sldId="265"/>
            <ac:picMk id="6" creationId="{00000000-0000-0000-0000-000000000000}"/>
          </ac:picMkLst>
        </pc:picChg>
        <pc:picChg chg="add mod">
          <ac:chgData name="Titouan Bocquet" userId="1833d026-2668-4325-82af-ca72044930d5" providerId="ADAL" clId="{3F24E4F3-096B-4521-85DF-9DB8B36DD3A8}" dt="2026-06-02T11:53:16.961" v="60" actId="1076"/>
          <ac:picMkLst>
            <pc:docMk/>
            <pc:sldMk cId="0" sldId="265"/>
            <ac:picMk id="8" creationId="{F5BD6FF0-86D8-8CB8-3027-EDC1441CA9B9}"/>
          </ac:picMkLst>
        </pc:picChg>
      </pc:sldChg>
      <pc:sldChg chg="addSp modSp mod">
        <pc:chgData name="Titouan Bocquet" userId="1833d026-2668-4325-82af-ca72044930d5" providerId="ADAL" clId="{3F24E4F3-096B-4521-85DF-9DB8B36DD3A8}" dt="2026-06-02T11:49:27.167" v="46" actId="20577"/>
        <pc:sldMkLst>
          <pc:docMk/>
          <pc:sldMk cId="0" sldId="272"/>
        </pc:sldMkLst>
        <pc:spChg chg="add mod">
          <ac:chgData name="Titouan Bocquet" userId="1833d026-2668-4325-82af-ca72044930d5" providerId="ADAL" clId="{3F24E4F3-096B-4521-85DF-9DB8B36DD3A8}" dt="2026-06-02T11:49:27.167" v="46" actId="20577"/>
          <ac:spMkLst>
            <pc:docMk/>
            <pc:sldMk cId="0" sldId="272"/>
            <ac:spMk id="5" creationId="{D0AB4B4A-A536-34B1-76FA-43AFE94A1430}"/>
          </ac:spMkLst>
        </pc:spChg>
        <pc:graphicFrameChg chg="modGraphic">
          <ac:chgData name="Titouan Bocquet" userId="1833d026-2668-4325-82af-ca72044930d5" providerId="ADAL" clId="{3F24E4F3-096B-4521-85DF-9DB8B36DD3A8}" dt="2026-06-02T11:49:02.651" v="13" actId="207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modSp mod">
        <pc:chgData name="Titouan Bocquet" userId="1833d026-2668-4325-82af-ca72044930d5" providerId="ADAL" clId="{3F24E4F3-096B-4521-85DF-9DB8B36DD3A8}" dt="2026-06-02T12:44:14.577" v="361" actId="12"/>
        <pc:sldMkLst>
          <pc:docMk/>
          <pc:sldMk cId="0" sldId="276"/>
        </pc:sldMkLst>
        <pc:spChg chg="mod">
          <ac:chgData name="Titouan Bocquet" userId="1833d026-2668-4325-82af-ca72044930d5" providerId="ADAL" clId="{3F24E4F3-096B-4521-85DF-9DB8B36DD3A8}" dt="2026-06-02T12:44:14.577" v="361" actId="12"/>
          <ac:spMkLst>
            <pc:docMk/>
            <pc:sldMk cId="0" sldId="276"/>
            <ac:spMk id="6" creationId="{4247266B-9ACF-498D-450F-ACFC9B6BDF95}"/>
          </ac:spMkLst>
        </pc:spChg>
      </pc:sldChg>
      <pc:sldChg chg="addSp modSp mod">
        <pc:chgData name="Titouan Bocquet" userId="1833d026-2668-4325-82af-ca72044930d5" providerId="ADAL" clId="{3F24E4F3-096B-4521-85DF-9DB8B36DD3A8}" dt="2026-06-02T11:55:26.830" v="153" actId="1076"/>
        <pc:sldMkLst>
          <pc:docMk/>
          <pc:sldMk cId="1292747890" sldId="277"/>
        </pc:sldMkLst>
        <pc:spChg chg="add mod">
          <ac:chgData name="Titouan Bocquet" userId="1833d026-2668-4325-82af-ca72044930d5" providerId="ADAL" clId="{3F24E4F3-096B-4521-85DF-9DB8B36DD3A8}" dt="2026-06-02T11:55:26.830" v="153" actId="1076"/>
          <ac:spMkLst>
            <pc:docMk/>
            <pc:sldMk cId="1292747890" sldId="277"/>
            <ac:spMk id="10" creationId="{0B546A1A-B6BD-DD94-18BC-890D6536358B}"/>
          </ac:spMkLst>
        </pc:spChg>
      </pc:sldChg>
    </pc:docChg>
  </pc:docChgLst>
  <pc:docChgLst>
    <pc:chgData name="Bosco De Rauglaudre" userId="S::bderauglau@insa-lyon.fr::b2aadd56-2e8c-44eb-8782-9fe57ca9b6aa" providerId="AD" clId="Web-{236B92B4-3A41-2D7B-940A-25328F3AFBC9}"/>
    <pc:docChg chg="addSld delSld modSld sldOrd modMainMaster">
      <pc:chgData name="Bosco De Rauglaudre" userId="S::bderauglau@insa-lyon.fr::b2aadd56-2e8c-44eb-8782-9fe57ca9b6aa" providerId="AD" clId="Web-{236B92B4-3A41-2D7B-940A-25328F3AFBC9}" dt="2026-06-02T12:37:46.412" v="579" actId="20577"/>
      <pc:docMkLst>
        <pc:docMk/>
      </pc:docMkLst>
      <pc:sldChg chg="addSp delSp modSp">
        <pc:chgData name="Bosco De Rauglaudre" userId="S::bderauglau@insa-lyon.fr::b2aadd56-2e8c-44eb-8782-9fe57ca9b6aa" providerId="AD" clId="Web-{236B92B4-3A41-2D7B-940A-25328F3AFBC9}" dt="2026-06-02T11:56:16.890" v="328" actId="14100"/>
        <pc:sldMkLst>
          <pc:docMk/>
          <pc:sldMk cId="0" sldId="257"/>
        </pc:sldMkLst>
        <pc:spChg chg="mod">
          <ac:chgData name="Bosco De Rauglaudre" userId="S::bderauglau@insa-lyon.fr::b2aadd56-2e8c-44eb-8782-9fe57ca9b6aa" providerId="AD" clId="Web-{236B92B4-3A41-2D7B-940A-25328F3AFBC9}" dt="2026-06-02T11:35:55.621" v="32" actId="1076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Bosco De Rauglaudre" userId="S::bderauglau@insa-lyon.fr::b2aadd56-2e8c-44eb-8782-9fe57ca9b6aa" providerId="AD" clId="Web-{236B92B4-3A41-2D7B-940A-25328F3AFBC9}" dt="2026-06-02T11:56:16.890" v="328" actId="14100"/>
          <ac:spMkLst>
            <pc:docMk/>
            <pc:sldMk cId="0" sldId="257"/>
            <ac:spMk id="6" creationId="{4FD38D33-FC63-BCCF-6159-CB19F889CC7C}"/>
          </ac:spMkLst>
        </pc:spChg>
        <pc:spChg chg="add del mod">
          <ac:chgData name="Bosco De Rauglaudre" userId="S::bderauglau@insa-lyon.fr::b2aadd56-2e8c-44eb-8782-9fe57ca9b6aa" providerId="AD" clId="Web-{236B92B4-3A41-2D7B-940A-25328F3AFBC9}" dt="2026-06-02T11:44:56.551" v="103"/>
          <ac:spMkLst>
            <pc:docMk/>
            <pc:sldMk cId="0" sldId="257"/>
            <ac:spMk id="7" creationId="{07B486A2-6033-7E78-6D72-08ADC39C1B54}"/>
          </ac:spMkLst>
        </pc:spChg>
        <pc:spChg chg="add del">
          <ac:chgData name="Bosco De Rauglaudre" userId="S::bderauglau@insa-lyon.fr::b2aadd56-2e8c-44eb-8782-9fe57ca9b6aa" providerId="AD" clId="Web-{236B92B4-3A41-2D7B-940A-25328F3AFBC9}" dt="2026-06-02T11:45:13.145" v="105"/>
          <ac:spMkLst>
            <pc:docMk/>
            <pc:sldMk cId="0" sldId="257"/>
            <ac:spMk id="9" creationId="{2AC1786A-326D-CCF1-B12D-F4146F7C8673}"/>
          </ac:spMkLst>
        </pc:spChg>
        <pc:picChg chg="del">
          <ac:chgData name="Bosco De Rauglaudre" userId="S::bderauglau@insa-lyon.fr::b2aadd56-2e8c-44eb-8782-9fe57ca9b6aa" providerId="AD" clId="Web-{236B92B4-3A41-2D7B-940A-25328F3AFBC9}" dt="2026-06-02T11:45:21.333" v="106"/>
          <ac:picMkLst>
            <pc:docMk/>
            <pc:sldMk cId="0" sldId="257"/>
            <ac:picMk id="5" creationId="{00000000-0000-0000-0000-000000000000}"/>
          </ac:picMkLst>
        </pc:picChg>
      </pc:sldChg>
      <pc:sldChg chg="modSp">
        <pc:chgData name="Bosco De Rauglaudre" userId="S::bderauglau@insa-lyon.fr::b2aadd56-2e8c-44eb-8782-9fe57ca9b6aa" providerId="AD" clId="Web-{236B92B4-3A41-2D7B-940A-25328F3AFBC9}" dt="2026-06-02T12:14:43.047" v="511" actId="20577"/>
        <pc:sldMkLst>
          <pc:docMk/>
          <pc:sldMk cId="0" sldId="258"/>
        </pc:sldMkLst>
        <pc:spChg chg="mod">
          <ac:chgData name="Bosco De Rauglaudre" userId="S::bderauglau@insa-lyon.fr::b2aadd56-2e8c-44eb-8782-9fe57ca9b6aa" providerId="AD" clId="Web-{236B92B4-3A41-2D7B-940A-25328F3AFBC9}" dt="2026-06-02T12:14:43.047" v="511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add del">
        <pc:chgData name="Bosco De Rauglaudre" userId="S::bderauglau@insa-lyon.fr::b2aadd56-2e8c-44eb-8782-9fe57ca9b6aa" providerId="AD" clId="Web-{236B92B4-3A41-2D7B-940A-25328F3AFBC9}" dt="2026-06-02T12:16:32.658" v="515"/>
        <pc:sldMkLst>
          <pc:docMk/>
          <pc:sldMk cId="0" sldId="259"/>
        </pc:sldMkLst>
        <pc:spChg chg="mod">
          <ac:chgData name="Bosco De Rauglaudre" userId="S::bderauglau@insa-lyon.fr::b2aadd56-2e8c-44eb-8782-9fe57ca9b6aa" providerId="AD" clId="Web-{236B92B4-3A41-2D7B-940A-25328F3AFBC9}" dt="2026-06-02T12:12:33.326" v="481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Bosco De Rauglaudre" userId="S::bderauglau@insa-lyon.fr::b2aadd56-2e8c-44eb-8782-9fe57ca9b6aa" providerId="AD" clId="Web-{236B92B4-3A41-2D7B-940A-25328F3AFBC9}" dt="2026-06-02T12:16:44.424" v="517" actId="20577"/>
        <pc:sldMkLst>
          <pc:docMk/>
          <pc:sldMk cId="0" sldId="260"/>
        </pc:sldMkLst>
        <pc:spChg chg="mod">
          <ac:chgData name="Bosco De Rauglaudre" userId="S::bderauglau@insa-lyon.fr::b2aadd56-2e8c-44eb-8782-9fe57ca9b6aa" providerId="AD" clId="Web-{236B92B4-3A41-2D7B-940A-25328F3AFBC9}" dt="2026-06-02T12:16:44.424" v="517" actId="20577"/>
          <ac:spMkLst>
            <pc:docMk/>
            <pc:sldMk cId="0" sldId="260"/>
            <ac:spMk id="4" creationId="{00000000-0000-0000-0000-000000000000}"/>
          </ac:spMkLst>
        </pc:spChg>
      </pc:sldChg>
      <pc:sldChg chg="del ord">
        <pc:chgData name="Bosco De Rauglaudre" userId="S::bderauglau@insa-lyon.fr::b2aadd56-2e8c-44eb-8782-9fe57ca9b6aa" providerId="AD" clId="Web-{236B92B4-3A41-2D7B-940A-25328F3AFBC9}" dt="2026-06-02T11:30:07.397" v="31"/>
        <pc:sldMkLst>
          <pc:docMk/>
          <pc:sldMk cId="0" sldId="261"/>
        </pc:sldMkLst>
      </pc:sldChg>
      <pc:sldChg chg="delSp modSp">
        <pc:chgData name="Bosco De Rauglaudre" userId="S::bderauglau@insa-lyon.fr::b2aadd56-2e8c-44eb-8782-9fe57ca9b6aa" providerId="AD" clId="Web-{236B92B4-3A41-2D7B-940A-25328F3AFBC9}" dt="2026-06-02T12:18:18.410" v="530" actId="1076"/>
        <pc:sldMkLst>
          <pc:docMk/>
          <pc:sldMk cId="0" sldId="262"/>
        </pc:sldMkLst>
        <pc:spChg chg="mod">
          <ac:chgData name="Bosco De Rauglaudre" userId="S::bderauglau@insa-lyon.fr::b2aadd56-2e8c-44eb-8782-9fe57ca9b6aa" providerId="AD" clId="Web-{236B92B4-3A41-2D7B-940A-25328F3AFBC9}" dt="2026-06-02T12:18:01.003" v="525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Bosco De Rauglaudre" userId="S::bderauglau@insa-lyon.fr::b2aadd56-2e8c-44eb-8782-9fe57ca9b6aa" providerId="AD" clId="Web-{236B92B4-3A41-2D7B-940A-25328F3AFBC9}" dt="2026-06-02T12:14:46.500" v="514" actId="20577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Bosco De Rauglaudre" userId="S::bderauglau@insa-lyon.fr::b2aadd56-2e8c-44eb-8782-9fe57ca9b6aa" providerId="AD" clId="Web-{236B92B4-3A41-2D7B-940A-25328F3AFBC9}" dt="2026-06-02T12:18:04.519" v="526"/>
          <ac:spMkLst>
            <pc:docMk/>
            <pc:sldMk cId="0" sldId="262"/>
            <ac:spMk id="5" creationId="{00000000-0000-0000-0000-000000000000}"/>
          </ac:spMkLst>
        </pc:spChg>
        <pc:picChg chg="mod">
          <ac:chgData name="Bosco De Rauglaudre" userId="S::bderauglau@insa-lyon.fr::b2aadd56-2e8c-44eb-8782-9fe57ca9b6aa" providerId="AD" clId="Web-{236B92B4-3A41-2D7B-940A-25328F3AFBC9}" dt="2026-06-02T12:18:14.879" v="529" actId="1076"/>
          <ac:picMkLst>
            <pc:docMk/>
            <pc:sldMk cId="0" sldId="262"/>
            <ac:picMk id="6" creationId="{00000000-0000-0000-0000-000000000000}"/>
          </ac:picMkLst>
        </pc:picChg>
        <pc:picChg chg="mod">
          <ac:chgData name="Bosco De Rauglaudre" userId="S::bderauglau@insa-lyon.fr::b2aadd56-2e8c-44eb-8782-9fe57ca9b6aa" providerId="AD" clId="Web-{236B92B4-3A41-2D7B-940A-25328F3AFBC9}" dt="2026-06-02T12:18:18.410" v="530" actId="1076"/>
          <ac:picMkLst>
            <pc:docMk/>
            <pc:sldMk cId="0" sldId="262"/>
            <ac:picMk id="8" creationId="{81DE52F5-5D43-C77E-A564-D20247579E10}"/>
          </ac:picMkLst>
        </pc:picChg>
      </pc:sldChg>
      <pc:sldChg chg="delSp modSp">
        <pc:chgData name="Bosco De Rauglaudre" userId="S::bderauglau@insa-lyon.fr::b2aadd56-2e8c-44eb-8782-9fe57ca9b6aa" providerId="AD" clId="Web-{236B92B4-3A41-2D7B-940A-25328F3AFBC9}" dt="2026-06-02T12:19:10.145" v="552" actId="1076"/>
        <pc:sldMkLst>
          <pc:docMk/>
          <pc:sldMk cId="0" sldId="263"/>
        </pc:sldMkLst>
        <pc:spChg chg="mod">
          <ac:chgData name="Bosco De Rauglaudre" userId="S::bderauglau@insa-lyon.fr::b2aadd56-2e8c-44eb-8782-9fe57ca9b6aa" providerId="AD" clId="Web-{236B92B4-3A41-2D7B-940A-25328F3AFBC9}" dt="2026-06-02T12:18:31.613" v="537" actId="20577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Bosco De Rauglaudre" userId="S::bderauglau@insa-lyon.fr::b2aadd56-2e8c-44eb-8782-9fe57ca9b6aa" providerId="AD" clId="Web-{236B92B4-3A41-2D7B-940A-25328F3AFBC9}" dt="2026-06-02T12:18:34.707" v="538"/>
          <ac:spMkLst>
            <pc:docMk/>
            <pc:sldMk cId="0" sldId="263"/>
            <ac:spMk id="5" creationId="{00000000-0000-0000-0000-000000000000}"/>
          </ac:spMkLst>
        </pc:spChg>
        <pc:picChg chg="mod">
          <ac:chgData name="Bosco De Rauglaudre" userId="S::bderauglau@insa-lyon.fr::b2aadd56-2e8c-44eb-8782-9fe57ca9b6aa" providerId="AD" clId="Web-{236B92B4-3A41-2D7B-940A-25328F3AFBC9}" dt="2026-06-02T12:19:10.145" v="552" actId="1076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Bosco De Rauglaudre" userId="S::bderauglau@insa-lyon.fr::b2aadd56-2e8c-44eb-8782-9fe57ca9b6aa" providerId="AD" clId="Web-{236B92B4-3A41-2D7B-940A-25328F3AFBC9}" dt="2026-06-02T12:19:05.379" v="550" actId="1076"/>
          <ac:picMkLst>
            <pc:docMk/>
            <pc:sldMk cId="0" sldId="263"/>
            <ac:picMk id="8" creationId="{2D1649D9-7960-AB68-E9BB-B880AC350FA8}"/>
          </ac:picMkLst>
        </pc:picChg>
      </pc:sldChg>
      <pc:sldChg chg="delSp modSp">
        <pc:chgData name="Bosco De Rauglaudre" userId="S::bderauglau@insa-lyon.fr::b2aadd56-2e8c-44eb-8782-9fe57ca9b6aa" providerId="AD" clId="Web-{236B92B4-3A41-2D7B-940A-25328F3AFBC9}" dt="2026-06-02T12:18:57.848" v="548" actId="1076"/>
        <pc:sldMkLst>
          <pc:docMk/>
          <pc:sldMk cId="0" sldId="264"/>
        </pc:sldMkLst>
        <pc:spChg chg="mod">
          <ac:chgData name="Bosco De Rauglaudre" userId="S::bderauglau@insa-lyon.fr::b2aadd56-2e8c-44eb-8782-9fe57ca9b6aa" providerId="AD" clId="Web-{236B92B4-3A41-2D7B-940A-25328F3AFBC9}" dt="2026-06-02T12:18:44.910" v="544" actId="20577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Bosco De Rauglaudre" userId="S::bderauglau@insa-lyon.fr::b2aadd56-2e8c-44eb-8782-9fe57ca9b6aa" providerId="AD" clId="Web-{236B92B4-3A41-2D7B-940A-25328F3AFBC9}" dt="2026-06-02T12:18:47.332" v="545"/>
          <ac:spMkLst>
            <pc:docMk/>
            <pc:sldMk cId="0" sldId="264"/>
            <ac:spMk id="5" creationId="{00000000-0000-0000-0000-000000000000}"/>
          </ac:spMkLst>
        </pc:spChg>
        <pc:picChg chg="mod">
          <ac:chgData name="Bosco De Rauglaudre" userId="S::bderauglau@insa-lyon.fr::b2aadd56-2e8c-44eb-8782-9fe57ca9b6aa" providerId="AD" clId="Web-{236B92B4-3A41-2D7B-940A-25328F3AFBC9}" dt="2026-06-02T12:18:50.863" v="546" actId="1076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Bosco De Rauglaudre" userId="S::bderauglau@insa-lyon.fr::b2aadd56-2e8c-44eb-8782-9fe57ca9b6aa" providerId="AD" clId="Web-{236B92B4-3A41-2D7B-940A-25328F3AFBC9}" dt="2026-06-02T12:18:57.848" v="548" actId="1076"/>
          <ac:picMkLst>
            <pc:docMk/>
            <pc:sldMk cId="0" sldId="264"/>
            <ac:picMk id="8" creationId="{FFB6EAAF-E9E0-421A-EE96-53098B7600D0}"/>
          </ac:picMkLst>
        </pc:picChg>
      </pc:sldChg>
      <pc:sldChg chg="delSp modSp">
        <pc:chgData name="Bosco De Rauglaudre" userId="S::bderauglau@insa-lyon.fr::b2aadd56-2e8c-44eb-8782-9fe57ca9b6aa" providerId="AD" clId="Web-{236B92B4-3A41-2D7B-940A-25328F3AFBC9}" dt="2026-06-02T12:19:53.458" v="564" actId="1076"/>
        <pc:sldMkLst>
          <pc:docMk/>
          <pc:sldMk cId="0" sldId="265"/>
        </pc:sldMkLst>
        <pc:spChg chg="mod">
          <ac:chgData name="Bosco De Rauglaudre" userId="S::bderauglau@insa-lyon.fr::b2aadd56-2e8c-44eb-8782-9fe57ca9b6aa" providerId="AD" clId="Web-{236B92B4-3A41-2D7B-940A-25328F3AFBC9}" dt="2026-06-02T12:19:42.911" v="561" actId="20577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Bosco De Rauglaudre" userId="S::bderauglau@insa-lyon.fr::b2aadd56-2e8c-44eb-8782-9fe57ca9b6aa" providerId="AD" clId="Web-{236B92B4-3A41-2D7B-940A-25328F3AFBC9}" dt="2026-06-02T12:19:47.114" v="562"/>
          <ac:spMkLst>
            <pc:docMk/>
            <pc:sldMk cId="0" sldId="265"/>
            <ac:spMk id="5" creationId="{00000000-0000-0000-0000-000000000000}"/>
          </ac:spMkLst>
        </pc:spChg>
        <pc:picChg chg="mod">
          <ac:chgData name="Bosco De Rauglaudre" userId="S::bderauglau@insa-lyon.fr::b2aadd56-2e8c-44eb-8782-9fe57ca9b6aa" providerId="AD" clId="Web-{236B92B4-3A41-2D7B-940A-25328F3AFBC9}" dt="2026-06-02T12:19:53.458" v="564" actId="1076"/>
          <ac:picMkLst>
            <pc:docMk/>
            <pc:sldMk cId="0" sldId="265"/>
            <ac:picMk id="6" creationId="{00000000-0000-0000-0000-000000000000}"/>
          </ac:picMkLst>
        </pc:picChg>
        <pc:picChg chg="mod">
          <ac:chgData name="Bosco De Rauglaudre" userId="S::bderauglau@insa-lyon.fr::b2aadd56-2e8c-44eb-8782-9fe57ca9b6aa" providerId="AD" clId="Web-{236B92B4-3A41-2D7B-940A-25328F3AFBC9}" dt="2026-06-02T12:19:50.114" v="563" actId="1076"/>
          <ac:picMkLst>
            <pc:docMk/>
            <pc:sldMk cId="0" sldId="265"/>
            <ac:picMk id="8" creationId="{F5BD6FF0-86D8-8CB8-3027-EDC1441CA9B9}"/>
          </ac:picMkLst>
        </pc:picChg>
      </pc:sldChg>
      <pc:sldChg chg="modSp">
        <pc:chgData name="Bosco De Rauglaudre" userId="S::bderauglau@insa-lyon.fr::b2aadd56-2e8c-44eb-8782-9fe57ca9b6aa" providerId="AD" clId="Web-{236B92B4-3A41-2D7B-940A-25328F3AFBC9}" dt="2026-06-02T11:40:54.173" v="42"/>
        <pc:sldMkLst>
          <pc:docMk/>
          <pc:sldMk cId="0" sldId="269"/>
        </pc:sldMkLst>
        <pc:spChg chg="mod">
          <ac:chgData name="Bosco De Rauglaudre" userId="S::bderauglau@insa-lyon.fr::b2aadd56-2e8c-44eb-8782-9fe57ca9b6aa" providerId="AD" clId="Web-{236B92B4-3A41-2D7B-940A-25328F3AFBC9}" dt="2026-06-02T11:40:54.173" v="42"/>
          <ac:spMkLst>
            <pc:docMk/>
            <pc:sldMk cId="0" sldId="269"/>
            <ac:spMk id="6" creationId="{00000000-0000-0000-0000-000000000000}"/>
          </ac:spMkLst>
        </pc:spChg>
      </pc:sldChg>
      <pc:sldChg chg="modSp">
        <pc:chgData name="Bosco De Rauglaudre" userId="S::bderauglau@insa-lyon.fr::b2aadd56-2e8c-44eb-8782-9fe57ca9b6aa" providerId="AD" clId="Web-{236B92B4-3A41-2D7B-940A-25328F3AFBC9}" dt="2026-06-02T11:40:14.422" v="39" actId="1076"/>
        <pc:sldMkLst>
          <pc:docMk/>
          <pc:sldMk cId="0" sldId="271"/>
        </pc:sldMkLst>
        <pc:spChg chg="mod">
          <ac:chgData name="Bosco De Rauglaudre" userId="S::bderauglau@insa-lyon.fr::b2aadd56-2e8c-44eb-8782-9fe57ca9b6aa" providerId="AD" clId="Web-{236B92B4-3A41-2D7B-940A-25328F3AFBC9}" dt="2026-06-02T11:40:06.141" v="38" actId="1076"/>
          <ac:spMkLst>
            <pc:docMk/>
            <pc:sldMk cId="0" sldId="271"/>
            <ac:spMk id="5" creationId="{E52C36A5-675D-3489-6523-2C1204B7D290}"/>
          </ac:spMkLst>
        </pc:spChg>
        <pc:graphicFrameChg chg="mod">
          <ac:chgData name="Bosco De Rauglaudre" userId="S::bderauglau@insa-lyon.fr::b2aadd56-2e8c-44eb-8782-9fe57ca9b6aa" providerId="AD" clId="Web-{236B92B4-3A41-2D7B-940A-25328F3AFBC9}" dt="2026-06-02T11:40:14.422" v="39" actId="1076"/>
          <ac:graphicFrameMkLst>
            <pc:docMk/>
            <pc:sldMk cId="0" sldId="271"/>
            <ac:graphicFrameMk id="6" creationId="{07563FA2-D04B-3DDB-7DDB-15069814755F}"/>
          </ac:graphicFrameMkLst>
        </pc:graphicFrameChg>
        <pc:graphicFrameChg chg="mod">
          <ac:chgData name="Bosco De Rauglaudre" userId="S::bderauglau@insa-lyon.fr::b2aadd56-2e8c-44eb-8782-9fe57ca9b6aa" providerId="AD" clId="Web-{236B92B4-3A41-2D7B-940A-25328F3AFBC9}" dt="2026-06-02T11:40:02.453" v="37" actId="1076"/>
          <ac:graphicFrameMkLst>
            <pc:docMk/>
            <pc:sldMk cId="0" sldId="271"/>
            <ac:graphicFrameMk id="17" creationId="{00000000-0000-0000-0000-000000000000}"/>
          </ac:graphicFrameMkLst>
        </pc:graphicFrameChg>
      </pc:sldChg>
      <pc:sldChg chg="delSp">
        <pc:chgData name="Bosco De Rauglaudre" userId="S::bderauglau@insa-lyon.fr::b2aadd56-2e8c-44eb-8782-9fe57ca9b6aa" providerId="AD" clId="Web-{236B92B4-3A41-2D7B-940A-25328F3AFBC9}" dt="2026-06-02T11:27:30.473" v="15"/>
        <pc:sldMkLst>
          <pc:docMk/>
          <pc:sldMk cId="0" sldId="272"/>
        </pc:sldMkLst>
        <pc:spChg chg="del">
          <ac:chgData name="Bosco De Rauglaudre" userId="S::bderauglau@insa-lyon.fr::b2aadd56-2e8c-44eb-8782-9fe57ca9b6aa" providerId="AD" clId="Web-{236B92B4-3A41-2D7B-940A-25328F3AFBC9}" dt="2026-06-02T11:27:30.473" v="15"/>
          <ac:spMkLst>
            <pc:docMk/>
            <pc:sldMk cId="0" sldId="272"/>
            <ac:spMk id="6" creationId="{00000000-0000-0000-0000-000000000000}"/>
          </ac:spMkLst>
        </pc:spChg>
      </pc:sldChg>
      <pc:sldChg chg="modSp">
        <pc:chgData name="Bosco De Rauglaudre" userId="S::bderauglau@insa-lyon.fr::b2aadd56-2e8c-44eb-8782-9fe57ca9b6aa" providerId="AD" clId="Web-{236B92B4-3A41-2D7B-940A-25328F3AFBC9}" dt="2026-06-02T12:37:46.412" v="579" actId="20577"/>
        <pc:sldMkLst>
          <pc:docMk/>
          <pc:sldMk cId="0" sldId="275"/>
        </pc:sldMkLst>
        <pc:spChg chg="mod">
          <ac:chgData name="Bosco De Rauglaudre" userId="S::bderauglau@insa-lyon.fr::b2aadd56-2e8c-44eb-8782-9fe57ca9b6aa" providerId="AD" clId="Web-{236B92B4-3A41-2D7B-940A-25328F3AFBC9}" dt="2026-06-02T12:37:46.412" v="579" actId="20577"/>
          <ac:spMkLst>
            <pc:docMk/>
            <pc:sldMk cId="0" sldId="275"/>
            <ac:spMk id="7" creationId="{00000000-0000-0000-0000-000000000000}"/>
          </ac:spMkLst>
        </pc:spChg>
        <pc:picChg chg="mod modCrop">
          <ac:chgData name="Bosco De Rauglaudre" userId="S::bderauglau@insa-lyon.fr::b2aadd56-2e8c-44eb-8782-9fe57ca9b6aa" providerId="AD" clId="Web-{236B92B4-3A41-2D7B-940A-25328F3AFBC9}" dt="2026-06-02T11:28:07.114" v="28" actId="1076"/>
          <ac:picMkLst>
            <pc:docMk/>
            <pc:sldMk cId="0" sldId="275"/>
            <ac:picMk id="5" creationId="{00000000-0000-0000-0000-000000000000}"/>
          </ac:picMkLst>
        </pc:picChg>
        <pc:picChg chg="mod modCrop">
          <ac:chgData name="Bosco De Rauglaudre" userId="S::bderauglau@insa-lyon.fr::b2aadd56-2e8c-44eb-8782-9fe57ca9b6aa" providerId="AD" clId="Web-{236B92B4-3A41-2D7B-940A-25328F3AFBC9}" dt="2026-06-02T11:28:08.771" v="29" actId="1076"/>
          <ac:picMkLst>
            <pc:docMk/>
            <pc:sldMk cId="0" sldId="275"/>
            <ac:picMk id="6" creationId="{00000000-0000-0000-0000-000000000000}"/>
          </ac:picMkLst>
        </pc:picChg>
      </pc:sldChg>
      <pc:sldChg chg="addSp modSp">
        <pc:chgData name="Bosco De Rauglaudre" userId="S::bderauglau@insa-lyon.fr::b2aadd56-2e8c-44eb-8782-9fe57ca9b6aa" providerId="AD" clId="Web-{236B92B4-3A41-2D7B-940A-25328F3AFBC9}" dt="2026-06-02T11:48:39.242" v="253" actId="1076"/>
        <pc:sldMkLst>
          <pc:docMk/>
          <pc:sldMk cId="0" sldId="276"/>
        </pc:sldMkLst>
        <pc:spChg chg="mod">
          <ac:chgData name="Bosco De Rauglaudre" userId="S::bderauglau@insa-lyon.fr::b2aadd56-2e8c-44eb-8782-9fe57ca9b6aa" providerId="AD" clId="Web-{236B92B4-3A41-2D7B-940A-25328F3AFBC9}" dt="2026-06-02T11:46:53.194" v="129" actId="1076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Bosco De Rauglaudre" userId="S::bderauglau@insa-lyon.fr::b2aadd56-2e8c-44eb-8782-9fe57ca9b6aa" providerId="AD" clId="Web-{236B92B4-3A41-2D7B-940A-25328F3AFBC9}" dt="2026-06-02T11:48:39.242" v="253" actId="1076"/>
          <ac:spMkLst>
            <pc:docMk/>
            <pc:sldMk cId="0" sldId="276"/>
            <ac:spMk id="6" creationId="{4247266B-9ACF-498D-450F-ACFC9B6BDF95}"/>
          </ac:spMkLst>
        </pc:spChg>
      </pc:sldChg>
      <pc:sldChg chg="addSp delSp modSp add ord replId">
        <pc:chgData name="Bosco De Rauglaudre" userId="S::bderauglau@insa-lyon.fr::b2aadd56-2e8c-44eb-8782-9fe57ca9b6aa" providerId="AD" clId="Web-{236B92B4-3A41-2D7B-940A-25328F3AFBC9}" dt="2026-06-02T12:10:50.684" v="471" actId="20577"/>
        <pc:sldMkLst>
          <pc:docMk/>
          <pc:sldMk cId="1292747890" sldId="277"/>
        </pc:sldMkLst>
        <pc:spChg chg="del">
          <ac:chgData name="Bosco De Rauglaudre" userId="S::bderauglau@insa-lyon.fr::b2aadd56-2e8c-44eb-8782-9fe57ca9b6aa" providerId="AD" clId="Web-{236B92B4-3A41-2D7B-940A-25328F3AFBC9}" dt="2026-06-02T11:49:33.571" v="255"/>
          <ac:spMkLst>
            <pc:docMk/>
            <pc:sldMk cId="1292747890" sldId="277"/>
            <ac:spMk id="3" creationId="{EFE6032D-22C4-7E1F-3213-EF3FBC5EFEA3}"/>
          </ac:spMkLst>
        </pc:spChg>
        <pc:spChg chg="mod">
          <ac:chgData name="Bosco De Rauglaudre" userId="S::bderauglau@insa-lyon.fr::b2aadd56-2e8c-44eb-8782-9fe57ca9b6aa" providerId="AD" clId="Web-{236B92B4-3A41-2D7B-940A-25328F3AFBC9}" dt="2026-06-02T12:10:50.684" v="471" actId="20577"/>
          <ac:spMkLst>
            <pc:docMk/>
            <pc:sldMk cId="1292747890" sldId="277"/>
            <ac:spMk id="4" creationId="{100BC987-9FC9-019D-ECB7-CB542DE76BDA}"/>
          </ac:spMkLst>
        </pc:spChg>
        <pc:spChg chg="add del mod">
          <ac:chgData name="Bosco De Rauglaudre" userId="S::bderauglau@insa-lyon.fr::b2aadd56-2e8c-44eb-8782-9fe57ca9b6aa" providerId="AD" clId="Web-{236B92B4-3A41-2D7B-940A-25328F3AFBC9}" dt="2026-06-02T12:02:31.192" v="367"/>
          <ac:spMkLst>
            <pc:docMk/>
            <pc:sldMk cId="1292747890" sldId="277"/>
            <ac:spMk id="5" creationId="{24855D88-C49E-29B1-2D80-49BED28C6A01}"/>
          </ac:spMkLst>
        </pc:spChg>
        <pc:spChg chg="del mod">
          <ac:chgData name="Bosco De Rauglaudre" userId="S::bderauglau@insa-lyon.fr::b2aadd56-2e8c-44eb-8782-9fe57ca9b6aa" providerId="AD" clId="Web-{236B92B4-3A41-2D7B-940A-25328F3AFBC9}" dt="2026-06-02T11:51:53.808" v="294"/>
          <ac:spMkLst>
            <pc:docMk/>
            <pc:sldMk cId="1292747890" sldId="277"/>
            <ac:spMk id="6" creationId="{D8C37220-E219-FC9A-3AD7-D7A8A6C80711}"/>
          </ac:spMkLst>
        </pc:spChg>
        <pc:spChg chg="add del mod">
          <ac:chgData name="Bosco De Rauglaudre" userId="S::bderauglau@insa-lyon.fr::b2aadd56-2e8c-44eb-8782-9fe57ca9b6aa" providerId="AD" clId="Web-{236B92B4-3A41-2D7B-940A-25328F3AFBC9}" dt="2026-06-02T11:54:23.669" v="304"/>
          <ac:spMkLst>
            <pc:docMk/>
            <pc:sldMk cId="1292747890" sldId="277"/>
            <ac:spMk id="8" creationId="{42601008-745E-4165-CA66-7407220F36B8}"/>
          </ac:spMkLst>
        </pc:spChg>
        <pc:spChg chg="mod">
          <ac:chgData name="Bosco De Rauglaudre" userId="S::bderauglau@insa-lyon.fr::b2aadd56-2e8c-44eb-8782-9fe57ca9b6aa" providerId="AD" clId="Web-{236B92B4-3A41-2D7B-940A-25328F3AFBC9}" dt="2026-06-02T12:04:37.913" v="390" actId="1076"/>
          <ac:spMkLst>
            <pc:docMk/>
            <pc:sldMk cId="1292747890" sldId="277"/>
            <ac:spMk id="10" creationId="{0B546A1A-B6BD-DD94-18BC-890D6536358B}"/>
          </ac:spMkLst>
        </pc:spChg>
        <pc:spChg chg="add mod">
          <ac:chgData name="Bosco De Rauglaudre" userId="S::bderauglau@insa-lyon.fr::b2aadd56-2e8c-44eb-8782-9fe57ca9b6aa" providerId="AD" clId="Web-{236B92B4-3A41-2D7B-940A-25328F3AFBC9}" dt="2026-06-02T12:05:56.899" v="407" actId="1076"/>
          <ac:spMkLst>
            <pc:docMk/>
            <pc:sldMk cId="1292747890" sldId="277"/>
            <ac:spMk id="12" creationId="{08C1E913-5D2A-9723-1181-CD558B1E3D46}"/>
          </ac:spMkLst>
        </pc:spChg>
        <pc:spChg chg="add mod">
          <ac:chgData name="Bosco De Rauglaudre" userId="S::bderauglau@insa-lyon.fr::b2aadd56-2e8c-44eb-8782-9fe57ca9b6aa" providerId="AD" clId="Web-{236B92B4-3A41-2D7B-940A-25328F3AFBC9}" dt="2026-06-02T12:05:53.289" v="405" actId="14100"/>
          <ac:spMkLst>
            <pc:docMk/>
            <pc:sldMk cId="1292747890" sldId="277"/>
            <ac:spMk id="14" creationId="{86D6F14A-1EC8-5358-30F7-180E82CBC5B3}"/>
          </ac:spMkLst>
        </pc:spChg>
        <pc:picChg chg="del">
          <ac:chgData name="Bosco De Rauglaudre" userId="S::bderauglau@insa-lyon.fr::b2aadd56-2e8c-44eb-8782-9fe57ca9b6aa" providerId="AD" clId="Web-{236B92B4-3A41-2D7B-940A-25328F3AFBC9}" dt="2026-06-02T11:51:56.558" v="295"/>
          <ac:picMkLst>
            <pc:docMk/>
            <pc:sldMk cId="1292747890" sldId="277"/>
            <ac:picMk id="7" creationId="{1F413533-CD8B-E512-C3EF-5E8E75E105DC}"/>
          </ac:picMkLst>
        </pc:picChg>
        <pc:picChg chg="mod">
          <ac:chgData name="Bosco De Rauglaudre" userId="S::bderauglau@insa-lyon.fr::b2aadd56-2e8c-44eb-8782-9fe57ca9b6aa" providerId="AD" clId="Web-{236B92B4-3A41-2D7B-940A-25328F3AFBC9}" dt="2026-06-02T12:04:37.897" v="389" actId="1076"/>
          <ac:picMkLst>
            <pc:docMk/>
            <pc:sldMk cId="1292747890" sldId="277"/>
            <ac:picMk id="9" creationId="{82812325-EB45-EAF2-9959-3074FC1232DD}"/>
          </ac:picMkLst>
        </pc:picChg>
        <pc:picChg chg="add mod">
          <ac:chgData name="Bosco De Rauglaudre" userId="S::bderauglau@insa-lyon.fr::b2aadd56-2e8c-44eb-8782-9fe57ca9b6aa" providerId="AD" clId="Web-{236B92B4-3A41-2D7B-940A-25328F3AFBC9}" dt="2026-06-02T12:05:56.899" v="406" actId="1076"/>
          <ac:picMkLst>
            <pc:docMk/>
            <pc:sldMk cId="1292747890" sldId="277"/>
            <ac:picMk id="11" creationId="{98A893C7-E343-A7FF-501D-0B7EAD8216AF}"/>
          </ac:picMkLst>
        </pc:picChg>
      </pc:sldChg>
      <pc:sldChg chg="addSp delSp modSp add ord replId">
        <pc:chgData name="Bosco De Rauglaudre" userId="S::bderauglau@insa-lyon.fr::b2aadd56-2e8c-44eb-8782-9fe57ca9b6aa" providerId="AD" clId="Web-{236B92B4-3A41-2D7B-940A-25328F3AFBC9}" dt="2026-06-02T12:10:45.981" v="470" actId="20577"/>
        <pc:sldMkLst>
          <pc:docMk/>
          <pc:sldMk cId="2173979568" sldId="278"/>
        </pc:sldMkLst>
        <pc:spChg chg="mod">
          <ac:chgData name="Bosco De Rauglaudre" userId="S::bderauglau@insa-lyon.fr::b2aadd56-2e8c-44eb-8782-9fe57ca9b6aa" providerId="AD" clId="Web-{236B92B4-3A41-2D7B-940A-25328F3AFBC9}" dt="2026-06-02T12:10:45.981" v="470" actId="20577"/>
          <ac:spMkLst>
            <pc:docMk/>
            <pc:sldMk cId="2173979568" sldId="278"/>
            <ac:spMk id="4" creationId="{4CAC3F7A-4464-489D-C075-44F8095B6E08}"/>
          </ac:spMkLst>
        </pc:spChg>
        <pc:spChg chg="mod">
          <ac:chgData name="Bosco De Rauglaudre" userId="S::bderauglau@insa-lyon.fr::b2aadd56-2e8c-44eb-8782-9fe57ca9b6aa" providerId="AD" clId="Web-{236B92B4-3A41-2D7B-940A-25328F3AFBC9}" dt="2026-06-02T12:10:39.590" v="469" actId="20577"/>
          <ac:spMkLst>
            <pc:docMk/>
            <pc:sldMk cId="2173979568" sldId="278"/>
            <ac:spMk id="5" creationId="{DA1DB441-6A6A-1B12-E5DC-0CB55AEECBF7}"/>
          </ac:spMkLst>
        </pc:spChg>
        <pc:spChg chg="add del">
          <ac:chgData name="Bosco De Rauglaudre" userId="S::bderauglau@insa-lyon.fr::b2aadd56-2e8c-44eb-8782-9fe57ca9b6aa" providerId="AD" clId="Web-{236B92B4-3A41-2D7B-940A-25328F3AFBC9}" dt="2026-06-02T12:08:35.682" v="414"/>
          <ac:spMkLst>
            <pc:docMk/>
            <pc:sldMk cId="2173979568" sldId="278"/>
            <ac:spMk id="6" creationId="{50C8D772-6755-FBF9-4CC2-EF57C115F382}"/>
          </ac:spMkLst>
        </pc:spChg>
        <pc:spChg chg="add mod">
          <ac:chgData name="Bosco De Rauglaudre" userId="S::bderauglau@insa-lyon.fr::b2aadd56-2e8c-44eb-8782-9fe57ca9b6aa" providerId="AD" clId="Web-{236B92B4-3A41-2D7B-940A-25328F3AFBC9}" dt="2026-06-02T12:10:21.090" v="462"/>
          <ac:spMkLst>
            <pc:docMk/>
            <pc:sldMk cId="2173979568" sldId="278"/>
            <ac:spMk id="8" creationId="{B4156E63-B489-E5E3-F28C-6BE45DE47CEA}"/>
          </ac:spMkLst>
        </pc:spChg>
        <pc:spChg chg="del">
          <ac:chgData name="Bosco De Rauglaudre" userId="S::bderauglau@insa-lyon.fr::b2aadd56-2e8c-44eb-8782-9fe57ca9b6aa" providerId="AD" clId="Web-{236B92B4-3A41-2D7B-940A-25328F3AFBC9}" dt="2026-06-02T12:02:06.583" v="360"/>
          <ac:spMkLst>
            <pc:docMk/>
            <pc:sldMk cId="2173979568" sldId="278"/>
            <ac:spMk id="10" creationId="{726C823A-E01E-AE5B-ABB9-8CEA34D9C4E4}"/>
          </ac:spMkLst>
        </pc:spChg>
        <pc:spChg chg="del">
          <ac:chgData name="Bosco De Rauglaudre" userId="S::bderauglau@insa-lyon.fr::b2aadd56-2e8c-44eb-8782-9fe57ca9b6aa" providerId="AD" clId="Web-{236B92B4-3A41-2D7B-940A-25328F3AFBC9}" dt="2026-06-02T12:02:06.583" v="358"/>
          <ac:spMkLst>
            <pc:docMk/>
            <pc:sldMk cId="2173979568" sldId="278"/>
            <ac:spMk id="12" creationId="{E02CBFDA-6778-718D-FC75-718FE878BA4E}"/>
          </ac:spMkLst>
        </pc:spChg>
        <pc:picChg chg="del">
          <ac:chgData name="Bosco De Rauglaudre" userId="S::bderauglau@insa-lyon.fr::b2aadd56-2e8c-44eb-8782-9fe57ca9b6aa" providerId="AD" clId="Web-{236B92B4-3A41-2D7B-940A-25328F3AFBC9}" dt="2026-06-02T12:02:06.583" v="361"/>
          <ac:picMkLst>
            <pc:docMk/>
            <pc:sldMk cId="2173979568" sldId="278"/>
            <ac:picMk id="9" creationId="{951BABE9-69C9-14CE-E42E-C7E55CA97087}"/>
          </ac:picMkLst>
        </pc:picChg>
        <pc:picChg chg="del">
          <ac:chgData name="Bosco De Rauglaudre" userId="S::bderauglau@insa-lyon.fr::b2aadd56-2e8c-44eb-8782-9fe57ca9b6aa" providerId="AD" clId="Web-{236B92B4-3A41-2D7B-940A-25328F3AFBC9}" dt="2026-06-02T12:02:06.583" v="359"/>
          <ac:picMkLst>
            <pc:docMk/>
            <pc:sldMk cId="2173979568" sldId="278"/>
            <ac:picMk id="11" creationId="{C4D63AA1-EBDD-9315-ADB9-531E0523AE2C}"/>
          </ac:picMkLst>
        </pc:picChg>
      </pc:sldChg>
      <pc:sldMasterChg chg="mod modSldLayout">
        <pc:chgData name="Bosco De Rauglaudre" userId="S::bderauglau@insa-lyon.fr::b2aadd56-2e8c-44eb-8782-9fe57ca9b6aa" providerId="AD" clId="Web-{236B92B4-3A41-2D7B-940A-25328F3AFBC9}" dt="2026-06-02T12:12:08.201" v="479"/>
        <pc:sldMasterMkLst>
          <pc:docMk/>
          <pc:sldMasterMk cId="0" sldId="2147483648"/>
        </pc:sldMasterMkLst>
        <pc:sldLayoutChg chg="mod">
          <pc:chgData name="Bosco De Rauglaudre" userId="S::bderauglau@insa-lyon.fr::b2aadd56-2e8c-44eb-8782-9fe57ca9b6aa" providerId="AD" clId="Web-{236B92B4-3A41-2D7B-940A-25328F3AFBC9}" dt="2026-06-02T12:12:08.201" v="479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  <pc:docChgLst>
    <pc:chgData name="Bosco De Rauglaudre" userId="S::bderauglau@insa-lyon.fr::b2aadd56-2e8c-44eb-8782-9fe57ca9b6aa" providerId="AD" clId="Web-{64465B7F-2A8B-AF1F-DBB1-84F985530C5A}"/>
    <pc:docChg chg="modSld">
      <pc:chgData name="Bosco De Rauglaudre" userId="S::bderauglau@insa-lyon.fr::b2aadd56-2e8c-44eb-8782-9fe57ca9b6aa" providerId="AD" clId="Web-{64465B7F-2A8B-AF1F-DBB1-84F985530C5A}" dt="2026-06-02T12:53:25.786" v="0" actId="1076"/>
      <pc:docMkLst>
        <pc:docMk/>
      </pc:docMkLst>
      <pc:sldChg chg="modSp">
        <pc:chgData name="Bosco De Rauglaudre" userId="S::bderauglau@insa-lyon.fr::b2aadd56-2e8c-44eb-8782-9fe57ca9b6aa" providerId="AD" clId="Web-{64465B7F-2A8B-AF1F-DBB1-84F985530C5A}" dt="2026-06-02T12:53:25.786" v="0" actId="1076"/>
        <pc:sldMkLst>
          <pc:docMk/>
          <pc:sldMk cId="0" sldId="256"/>
        </pc:sldMkLst>
        <pc:picChg chg="mod">
          <ac:chgData name="Bosco De Rauglaudre" userId="S::bderauglau@insa-lyon.fr::b2aadd56-2e8c-44eb-8782-9fe57ca9b6aa" providerId="AD" clId="Web-{64465B7F-2A8B-AF1F-DBB1-84F985530C5A}" dt="2026-06-02T12:53:25.786" v="0" actId="1076"/>
          <ac:picMkLst>
            <pc:docMk/>
            <pc:sldMk cId="0" sldId="256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2F174-6867-4B85-9C02-CD8CAF7890D2}" type="datetimeFigureOut"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55D4E-9393-459F-8441-D156357F2A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5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FA0BD-132E-BD11-29D3-C5C0F65D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C2AA8-69EF-A2CC-921F-9617DFD7C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6A10E-78E5-CFF8-CEFB-89C8B49FE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BC824-5B9C-B47C-B8BA-5547C5364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57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240D-31D7-E459-8BB8-34DAA42B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A075F-05F4-6F8D-B890-046489204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81F72-B6B3-1A72-EFB9-D014DF6F3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821B7-58B8-8CBF-592D-77166EA66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94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CA075-3EC2-ABFB-B6D7-87E9AE26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B1FA5-BEA5-84B5-8554-2A9A322A2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3C8DA-43EE-8FD1-31E5-5A08BE8BE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2585B-5F29-D536-601F-072DB245D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4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3" name="Image 0" descr="/home/claude/media2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613" y="4255151"/>
            <a:ext cx="2377440" cy="6822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0" y="10972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MP11 Sonomètre</a:t>
            </a:r>
            <a:endParaRPr lang="en-US" sz="4000"/>
          </a:p>
        </p:txBody>
      </p:sp>
      <p:sp>
        <p:nvSpPr>
          <p:cNvPr id="5" name="Text 2"/>
          <p:cNvSpPr/>
          <p:nvPr/>
        </p:nvSpPr>
        <p:spPr>
          <a:xfrm>
            <a:off x="3474720" y="2148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1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Lyon — Génie Électrique — 2025/2026</a:t>
            </a:r>
            <a:endParaRPr lang="en-US" sz="1500"/>
          </a:p>
        </p:txBody>
      </p:sp>
      <p:sp>
        <p:nvSpPr>
          <p:cNvPr id="6" name="Shape 3"/>
          <p:cNvSpPr/>
          <p:nvPr/>
        </p:nvSpPr>
        <p:spPr>
          <a:xfrm>
            <a:off x="3474720" y="2633472"/>
            <a:ext cx="5120640" cy="2743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4"/>
          <p:cNvSpPr/>
          <p:nvPr/>
        </p:nvSpPr>
        <p:spPr>
          <a:xfrm>
            <a:off x="3474720" y="2788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 n°3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Titouan BOCQUET  ·  Bosco DE RAUGLAUDRE  ·  Gavin MAC AONGHUSA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45583" y="279379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FD38D33-FC63-BCCF-6159-CB19F889CC7C}"/>
              </a:ext>
            </a:extLst>
          </p:cNvPr>
          <p:cNvSpPr txBox="1"/>
          <p:nvPr/>
        </p:nvSpPr>
        <p:spPr>
          <a:xfrm>
            <a:off x="749509" y="1297585"/>
            <a:ext cx="7345179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Réalisation</a:t>
            </a:r>
            <a:r>
              <a:rPr lang="en-US" sz="1600">
                <a:ea typeface="+mn-lt"/>
                <a:cs typeface="+mn-lt"/>
              </a:rPr>
              <a:t> d’un </a:t>
            </a:r>
            <a:r>
              <a:rPr lang="en-US" sz="1600" b="1" err="1">
                <a:ea typeface="+mn-lt"/>
                <a:cs typeface="+mn-lt"/>
              </a:rPr>
              <a:t>sonomètre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permettant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une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visualisation</a:t>
            </a:r>
            <a:r>
              <a:rPr lang="en-US" sz="1600">
                <a:ea typeface="+mn-lt"/>
                <a:cs typeface="+mn-lt"/>
              </a:rPr>
              <a:t> du </a:t>
            </a:r>
            <a:r>
              <a:rPr lang="en-US" sz="1600" err="1">
                <a:ea typeface="+mn-lt"/>
                <a:cs typeface="+mn-lt"/>
              </a:rPr>
              <a:t>niveau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sonore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Le </a:t>
            </a:r>
            <a:r>
              <a:rPr lang="en-US" sz="1600" err="1">
                <a:ea typeface="+mn-lt"/>
                <a:cs typeface="+mn-lt"/>
              </a:rPr>
              <a:t>capteur</a:t>
            </a:r>
            <a:r>
              <a:rPr lang="en-US" sz="1600">
                <a:ea typeface="+mn-lt"/>
                <a:cs typeface="+mn-lt"/>
              </a:rPr>
              <a:t> sera </a:t>
            </a:r>
            <a:r>
              <a:rPr lang="en-US" sz="1600" err="1">
                <a:ea typeface="+mn-lt"/>
                <a:cs typeface="+mn-lt"/>
              </a:rPr>
              <a:t>composé</a:t>
            </a:r>
            <a:r>
              <a:rPr lang="en-US" sz="1600">
                <a:ea typeface="+mn-lt"/>
                <a:cs typeface="+mn-lt"/>
              </a:rPr>
              <a:t> d’un microphone à </a:t>
            </a:r>
            <a:r>
              <a:rPr lang="en-US" sz="1600" err="1">
                <a:ea typeface="+mn-lt"/>
                <a:cs typeface="+mn-lt"/>
              </a:rPr>
              <a:t>électret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dont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l’interfaçage</a:t>
            </a:r>
            <a:r>
              <a:rPr lang="en-US" sz="1600">
                <a:ea typeface="+mn-lt"/>
                <a:cs typeface="+mn-lt"/>
              </a:rPr>
              <a:t> sera </a:t>
            </a:r>
            <a:r>
              <a:rPr lang="en-US" sz="1600" err="1">
                <a:ea typeface="+mn-lt"/>
                <a:cs typeface="+mn-lt"/>
              </a:rPr>
              <a:t>composé</a:t>
            </a:r>
            <a:r>
              <a:rPr lang="en-US" sz="1600">
                <a:ea typeface="+mn-lt"/>
                <a:cs typeface="+mn-lt"/>
              </a:rPr>
              <a:t> d’un transistor JFET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Des transistors </a:t>
            </a:r>
            <a:r>
              <a:rPr lang="en-US" sz="1600" err="1">
                <a:ea typeface="+mn-lt"/>
                <a:cs typeface="+mn-lt"/>
              </a:rPr>
              <a:t>bipolaires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seront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utilisés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en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comparateur</a:t>
            </a:r>
            <a:r>
              <a:rPr lang="en-US" sz="1600">
                <a:ea typeface="+mn-lt"/>
                <a:cs typeface="+mn-lt"/>
              </a:rPr>
              <a:t> pour </a:t>
            </a:r>
            <a:r>
              <a:rPr lang="en-US" sz="1600" err="1">
                <a:ea typeface="+mn-lt"/>
                <a:cs typeface="+mn-lt"/>
              </a:rPr>
              <a:t>déterminer</a:t>
            </a:r>
            <a:r>
              <a:rPr lang="en-US" sz="1600">
                <a:ea typeface="+mn-lt"/>
                <a:cs typeface="+mn-lt"/>
              </a:rPr>
              <a:t> le </a:t>
            </a:r>
            <a:r>
              <a:rPr lang="en-US" sz="1600" err="1">
                <a:ea typeface="+mn-lt"/>
                <a:cs typeface="+mn-lt"/>
              </a:rPr>
              <a:t>niveau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sonore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Microphone à </a:t>
            </a:r>
            <a:r>
              <a:rPr lang="en-US" sz="1600" err="1">
                <a:ea typeface="+mn-lt"/>
                <a:cs typeface="+mn-lt"/>
              </a:rPr>
              <a:t>électret</a:t>
            </a:r>
            <a:r>
              <a:rPr lang="en-US" sz="1600">
                <a:ea typeface="+mn-lt"/>
                <a:cs typeface="+mn-lt"/>
              </a:rPr>
              <a:t> EM100T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Transistors JFET, </a:t>
            </a:r>
            <a:r>
              <a:rPr lang="en-US" sz="1600" err="1">
                <a:ea typeface="+mn-lt"/>
                <a:cs typeface="+mn-lt"/>
              </a:rPr>
              <a:t>bipolaires</a:t>
            </a:r>
            <a:r>
              <a:rPr lang="en-US" sz="1600">
                <a:ea typeface="+mn-lt"/>
                <a:cs typeface="+mn-lt"/>
              </a:rPr>
              <a:t> et diodes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Résistances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LEDs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Alimentation 9 V</a:t>
            </a:r>
            <a:endParaRPr lang="fr-FR" sz="160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4DF5B-37F3-DBFE-7D7D-B4EA7622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DAD118-4CC6-126B-4729-FE357982892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AC3F7A-4464-489D-C075-44F8095B6E08}"/>
              </a:ext>
            </a:extLst>
          </p:cNvPr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3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A1DB441-6A6A-1B12-E5DC-0CB55AEECBF7}"/>
              </a:ext>
            </a:extLst>
          </p:cNvPr>
          <p:cNvSpPr txBox="1"/>
          <p:nvPr/>
        </p:nvSpPr>
        <p:spPr>
          <a:xfrm>
            <a:off x="580869" y="1372537"/>
            <a:ext cx="806658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70 dB</a:t>
            </a:r>
            <a:r>
              <a:rPr lang="en-US"/>
              <a:t> : un </a:t>
            </a:r>
            <a:r>
              <a:rPr lang="en-US" err="1"/>
              <a:t>aspirateur</a:t>
            </a:r>
            <a:r>
              <a:rPr lang="en-US"/>
              <a:t>, </a:t>
            </a:r>
            <a:r>
              <a:rPr lang="en-US" err="1"/>
              <a:t>une</a:t>
            </a:r>
            <a:r>
              <a:rPr lang="en-US"/>
              <a:t> rue </a:t>
            </a:r>
            <a:r>
              <a:rPr lang="en-US" err="1"/>
              <a:t>animée</a:t>
            </a:r>
            <a:r>
              <a:rPr lang="en-US"/>
              <a:t>, </a:t>
            </a:r>
            <a:r>
              <a:rPr lang="en-US" err="1"/>
              <a:t>une</a:t>
            </a:r>
            <a:r>
              <a:rPr lang="en-US"/>
              <a:t> conversation forte. </a:t>
            </a:r>
            <a:endParaRPr lang="fr-FR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75 dB</a:t>
            </a:r>
            <a:r>
              <a:rPr lang="en-US"/>
              <a:t> : un restaurant </a:t>
            </a:r>
            <a:r>
              <a:rPr lang="en-US" err="1"/>
              <a:t>bruyant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un bureau très </a:t>
            </a:r>
            <a:r>
              <a:rPr lang="en-US" err="1"/>
              <a:t>animé</a:t>
            </a:r>
            <a:r>
              <a:rPr lang="en-US"/>
              <a:t>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80 dB</a:t>
            </a:r>
            <a:r>
              <a:rPr lang="en-US"/>
              <a:t> : un </a:t>
            </a:r>
            <a:r>
              <a:rPr lang="en-US" err="1"/>
              <a:t>sèche-cheveux</a:t>
            </a:r>
            <a:r>
              <a:rPr lang="en-US"/>
              <a:t> à </a:t>
            </a:r>
            <a:r>
              <a:rPr lang="en-US" err="1"/>
              <a:t>proximité</a:t>
            </a:r>
            <a:r>
              <a:rPr lang="en-US"/>
              <a:t>, </a:t>
            </a:r>
            <a:r>
              <a:rPr lang="en-US" err="1"/>
              <a:t>une</a:t>
            </a:r>
            <a:r>
              <a:rPr lang="en-US"/>
              <a:t> circulation dense </a:t>
            </a:r>
            <a:r>
              <a:rPr lang="en-US" err="1"/>
              <a:t>vue</a:t>
            </a:r>
            <a:r>
              <a:rPr lang="en-US"/>
              <a:t> </a:t>
            </a:r>
            <a:r>
              <a:rPr lang="en-US" err="1"/>
              <a:t>depuis</a:t>
            </a:r>
            <a:r>
              <a:rPr lang="en-US"/>
              <a:t> le trottoir.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85 dB : </a:t>
            </a:r>
            <a:r>
              <a:rPr lang="en-US"/>
              <a:t>Tondeuse à </a:t>
            </a:r>
            <a:r>
              <a:rPr lang="en-US" err="1"/>
              <a:t>gazon</a:t>
            </a:r>
            <a:r>
              <a:rPr lang="en-US"/>
              <a:t>, atelier </a:t>
            </a:r>
            <a:r>
              <a:rPr lang="en-US" err="1"/>
              <a:t>bruyant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4156E63-B489-E5E3-F28C-6BE45DE47CEA}"/>
              </a:ext>
            </a:extLst>
          </p:cNvPr>
          <p:cNvSpPr/>
          <p:nvPr/>
        </p:nvSpPr>
        <p:spPr>
          <a:xfrm>
            <a:off x="454951" y="279379"/>
            <a:ext cx="8403112" cy="659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600" b="1">
                <a:solidFill>
                  <a:srgbClr val="1A1A1A"/>
                </a:solidFill>
                <a:ea typeface="Calibri"/>
                <a:cs typeface="Calibri"/>
              </a:rPr>
              <a:t>La plage de </a:t>
            </a:r>
            <a:r>
              <a:rPr lang="en-US" sz="3600" b="1" err="1">
                <a:solidFill>
                  <a:srgbClr val="1A1A1A"/>
                </a:solidFill>
                <a:ea typeface="Calibri"/>
                <a:cs typeface="Calibri"/>
              </a:rPr>
              <a:t>Fonctionnement</a:t>
            </a:r>
            <a:endParaRPr lang="fr-FR" sz="3600" b="1" err="1">
              <a:solidFill>
                <a:srgbClr val="1A1A1A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397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4D6B6-1B4B-3CA9-DC76-0A837C82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7E502D-5F61-5D7A-6283-CAAE5D2D079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0BC987-9FC9-019D-ECB7-CB542DE76BDA}"/>
              </a:ext>
            </a:extLst>
          </p:cNvPr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4</a:t>
            </a:r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12325-EB45-EAF2-9959-3074FC123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32" y="1227710"/>
            <a:ext cx="4651920" cy="2388275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0B546A1A-B6BD-DD94-18BC-890D6536358B}"/>
              </a:ext>
            </a:extLst>
          </p:cNvPr>
          <p:cNvSpPr/>
          <p:nvPr/>
        </p:nvSpPr>
        <p:spPr>
          <a:xfrm>
            <a:off x="4674397" y="3619763"/>
            <a:ext cx="38893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1.0 :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branchement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la datasheet du microphone </a:t>
            </a:r>
            <a:endParaRPr lang="en-US" sz="100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8A893C7-E343-A7FF-501D-0B7EAD821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36" y="1654933"/>
            <a:ext cx="3718497" cy="1768058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08C1E913-5D2A-9723-1181-CD558B1E3D46}"/>
              </a:ext>
            </a:extLst>
          </p:cNvPr>
          <p:cNvSpPr/>
          <p:nvPr/>
        </p:nvSpPr>
        <p:spPr>
          <a:xfrm>
            <a:off x="261667" y="3554182"/>
            <a:ext cx="388939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Figure 1.0 : </a:t>
            </a:r>
            <a:r>
              <a:rPr lang="en-US" sz="1000">
                <a:solidFill>
                  <a:srgbClr val="555555"/>
                </a:solidFill>
                <a:ea typeface="+mn-lt"/>
                <a:cs typeface="+mn-lt"/>
              </a:rPr>
              <a:t>Microphone à </a:t>
            </a:r>
            <a:r>
              <a:rPr lang="en-US" sz="1000" err="1">
                <a:solidFill>
                  <a:srgbClr val="555555"/>
                </a:solidFill>
                <a:ea typeface="+mn-lt"/>
                <a:cs typeface="+mn-lt"/>
              </a:rPr>
              <a:t>électret</a:t>
            </a:r>
            <a:r>
              <a:rPr lang="en-US" sz="1000">
                <a:solidFill>
                  <a:srgbClr val="555555"/>
                </a:solidFill>
                <a:ea typeface="+mn-lt"/>
                <a:cs typeface="+mn-lt"/>
              </a:rPr>
              <a:t> EM100T</a:t>
            </a:r>
            <a:endParaRPr lang="en-US" sz="100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6D6F14A-1EC8-5358-30F7-180E82CBC5B3}"/>
              </a:ext>
            </a:extLst>
          </p:cNvPr>
          <p:cNvSpPr/>
          <p:nvPr/>
        </p:nvSpPr>
        <p:spPr>
          <a:xfrm>
            <a:off x="454951" y="279379"/>
            <a:ext cx="8403112" cy="659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A1A1A"/>
                </a:solidFill>
                <a:ea typeface="Calibri"/>
                <a:cs typeface="Calibri"/>
              </a:rPr>
              <a:t>Microphone</a:t>
            </a:r>
          </a:p>
        </p:txBody>
      </p:sp>
    </p:spTree>
    <p:extLst>
      <p:ext uri="{BB962C8B-B14F-4D97-AF65-F5344CB8AC3E}">
        <p14:creationId xmlns:p14="http://schemas.microsoft.com/office/powerpoint/2010/main" val="1292747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>
                <a:solidFill>
                  <a:schemeClr val="bg1"/>
                </a:solidFill>
              </a:rPr>
              <a:t>Etude </a:t>
            </a:r>
            <a:r>
              <a:rPr lang="en-US" sz="2200" err="1">
                <a:solidFill>
                  <a:schemeClr val="bg1"/>
                </a:solidFill>
              </a:rPr>
              <a:t>fonctionelle</a:t>
            </a:r>
            <a:endParaRPr lang="en-US" sz="220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ea typeface="Calibri"/>
                <a:cs typeface="Calibri"/>
              </a:rPr>
              <a:t>5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1480" y="45217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1.1 :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 du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sonomètre</a:t>
            </a:r>
            <a:endParaRPr lang="en-US" sz="1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D8525-546A-A88C-809D-0904BE26B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995487"/>
            <a:ext cx="7505700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Étalonnage du microphone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ea typeface="Calibri"/>
                <a:cs typeface="Calibri"/>
              </a:rPr>
              <a:t>6</a:t>
            </a:r>
          </a:p>
        </p:txBody>
      </p:sp>
      <p:pic>
        <p:nvPicPr>
          <p:cNvPr id="5" name="Image 0" descr="/home/claude/media2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755" y="868680"/>
            <a:ext cx="5386491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Signaux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fonctionnelle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: Adaptation 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d'impédance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(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Suiveur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FET)</a:t>
            </a:r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ea typeface="Calibri"/>
                <a:cs typeface="Calibri"/>
              </a:rPr>
              <a:t>7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6" name="Image 0" descr="/home/claude/media2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021" y="935087"/>
            <a:ext cx="5931974" cy="38633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1DE52F5-5D43-C77E-A564-D20247579E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4"/>
          <a:stretch>
            <a:fillRect/>
          </a:stretch>
        </p:blipFill>
        <p:spPr>
          <a:xfrm>
            <a:off x="552901" y="2108472"/>
            <a:ext cx="1737063" cy="1513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Signaux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fonctionnelle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Amplification du signal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/>
          </a:p>
        </p:txBody>
      </p:sp>
      <p:pic>
        <p:nvPicPr>
          <p:cNvPr id="6" name="Image 0" descr="/home/claude/media2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911" y="889367"/>
            <a:ext cx="5603143" cy="373217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D1649D9-7960-AB68-E9BB-B880AC350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5" y="1961789"/>
            <a:ext cx="2783551" cy="15931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Signaux et analyse fonctionnelle : </a:t>
            </a:r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Décalage</a:t>
            </a:r>
            <a:endParaRPr lang="en-US" sz="22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/>
          </a:p>
        </p:txBody>
      </p:sp>
      <p:pic>
        <p:nvPicPr>
          <p:cNvPr id="6" name="Image 0" descr="/home/claude/media2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527" y="897611"/>
            <a:ext cx="5851685" cy="38633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FB6EAAF-E9E0-421A-EE96-53098B760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25" y="1516983"/>
            <a:ext cx="1649550" cy="2113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Signaux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fonctionnelle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sz="2200" b="1" err="1">
                <a:solidFill>
                  <a:srgbClr val="FFFFFF"/>
                </a:solidFill>
                <a:ea typeface="+mn-lt"/>
                <a:cs typeface="+mn-lt"/>
              </a:rPr>
              <a:t>Comparaison</a:t>
            </a:r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 et </a:t>
            </a:r>
            <a:r>
              <a:rPr lang="en-US" sz="2200" b="1" err="1">
                <a:solidFill>
                  <a:srgbClr val="FFFFFF"/>
                </a:solidFill>
                <a:ea typeface="+mn-lt"/>
                <a:cs typeface="+mn-lt"/>
              </a:rPr>
              <a:t>déclenchement</a:t>
            </a:r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/>
          </a:p>
        </p:txBody>
      </p:sp>
      <p:pic>
        <p:nvPicPr>
          <p:cNvPr id="6" name="Image 0" descr="/home/claude/media2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504" y="936211"/>
            <a:ext cx="5851685" cy="38633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5BD6FF0-86D8-8CB8-3027-EDC1441CA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37" y="905906"/>
            <a:ext cx="1815268" cy="33279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2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fonctionnelle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/>
          </a:p>
        </p:txBody>
      </p:sp>
      <p:pic>
        <p:nvPicPr>
          <p:cNvPr id="5" name="Image 0" descr="/home/claude/media2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31" y="868680"/>
            <a:ext cx="5513737" cy="3451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4119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: Représentation temporelle expérimentale des signaux pour chaque étage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548640" y="206883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Comparaisons</a:t>
            </a:r>
            <a:endParaRPr lang="en-US" sz="4400"/>
          </a:p>
          <a:p>
            <a:pPr marL="0" indent="0" algn="l">
              <a:buNone/>
            </a:pPr>
            <a:r>
              <a:rPr lang="en-US" sz="4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/ Simulation / Expériences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global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/>
          </a:p>
        </p:txBody>
      </p:sp>
      <p:pic>
        <p:nvPicPr>
          <p:cNvPr id="5" name="Image 0" descr="/home/claude/media2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136" y="868680"/>
            <a:ext cx="6487729" cy="3634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5765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: comparaison du fonctionnement du circuit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Amplificateur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/>
          </a:p>
        </p:txBody>
      </p:sp>
      <p:pic>
        <p:nvPicPr>
          <p:cNvPr id="5" name="Image 0" descr="/home/claude/media2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92" y="868680"/>
            <a:ext cx="7966016" cy="3634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576572"/>
            <a:ext cx="83210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: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gain du circuit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000" i="1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Adaptations d'impédances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047321"/>
              </p:ext>
            </p:extLst>
          </p:nvPr>
        </p:nvGraphicFramePr>
        <p:xfrm>
          <a:off x="411480" y="827832"/>
          <a:ext cx="731520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Impédance d'entrée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Impédance de sortie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Théorique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Simulé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Pratique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Théorique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Simulé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Pratique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Suiveur₁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kΩ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 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Suiveur₂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kΩ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kΩ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Étage LED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kΩ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kΩ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52C36A5-675D-3489-6523-2C1204B7D290}"/>
              </a:ext>
            </a:extLst>
          </p:cNvPr>
          <p:cNvSpPr txBox="1">
            <a:spLocks/>
          </p:cNvSpPr>
          <p:nvPr/>
        </p:nvSpPr>
        <p:spPr>
          <a:xfrm>
            <a:off x="411480" y="3039848"/>
            <a:ext cx="7802880" cy="445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200" b="1">
                <a:latin typeface="Calibri"/>
                <a:ea typeface="Calibri"/>
                <a:cs typeface="Calibri"/>
              </a:rPr>
              <a:t>Circuit de Villard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07563FA2-D04B-3DDB-7DDB-1506981475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2815115"/>
              </p:ext>
            </p:extLst>
          </p:nvPr>
        </p:nvGraphicFramePr>
        <p:xfrm>
          <a:off x="411480" y="3598313"/>
          <a:ext cx="780287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959">
                  <a:extLst>
                    <a:ext uri="{9D8B030D-6E8A-4147-A177-3AD203B41FA5}">
                      <a16:colId xmlns:a16="http://schemas.microsoft.com/office/drawing/2014/main" val="2758206197"/>
                    </a:ext>
                  </a:extLst>
                </a:gridCol>
                <a:gridCol w="2600959">
                  <a:extLst>
                    <a:ext uri="{9D8B030D-6E8A-4147-A177-3AD203B41FA5}">
                      <a16:colId xmlns:a16="http://schemas.microsoft.com/office/drawing/2014/main" val="3915887100"/>
                    </a:ext>
                  </a:extLst>
                </a:gridCol>
                <a:gridCol w="2600959">
                  <a:extLst>
                    <a:ext uri="{9D8B030D-6E8A-4147-A177-3AD203B41FA5}">
                      <a16:colId xmlns:a16="http://schemas.microsoft.com/office/drawing/2014/main" val="3399724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noProof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Temps de Charge (s)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Temps de Décharge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199212"/>
                  </a:ext>
                </a:extLst>
              </a:tr>
              <a:tr h="216365">
                <a:tc>
                  <a:txBody>
                    <a:bodyPr/>
                    <a:lstStyle/>
                    <a:p>
                      <a:r>
                        <a:rPr lang="fr-FR" noProof="0"/>
                        <a:t>Simulation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0.0395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0.427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30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noProof="0"/>
                        <a:t>Expérimentaux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0.0318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0.1063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5314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électrique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221894"/>
              </p:ext>
            </p:extLst>
          </p:nvPr>
        </p:nvGraphicFramePr>
        <p:xfrm>
          <a:off x="1371600" y="1234440"/>
          <a:ext cx="6400800" cy="17830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sonore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simulée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expérimentale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d'utilisation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&lt; 70 dB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mW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mW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h</a:t>
                      </a:r>
                      <a:endParaRPr lang="en-US" sz="13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&gt; 85 dB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mW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mW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h</a:t>
                      </a:r>
                      <a:endParaRPr lang="en-US" sz="13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D0AB4B4A-A536-34B1-76FA-43AFE94A1430}"/>
              </a:ext>
            </a:extLst>
          </p:cNvPr>
          <p:cNvSpPr txBox="1"/>
          <p:nvPr/>
        </p:nvSpPr>
        <p:spPr>
          <a:xfrm>
            <a:off x="1828800" y="3301409"/>
            <a:ext cx="515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/!\ La batterie 9V entraine une oscillation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548640" y="206883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du prototype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2E77F-F912-343C-93AF-00ACF8C6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660D7F-13FF-DFD6-178A-ACA112035B81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50F50E-8D37-99D0-4994-C6469F4B5A5C}"/>
              </a:ext>
            </a:extLst>
          </p:cNvPr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réalisé</a:t>
            </a:r>
            <a:endParaRPr lang="en-US" sz="2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551ADD-299F-94AC-CFA1-D11149E56458}"/>
              </a:ext>
            </a:extLst>
          </p:cNvPr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ea typeface="Calibri"/>
                <a:cs typeface="Calibri"/>
              </a:rPr>
              <a:t>19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5" name="Image 0" descr="/home/claude/media2/image3.png">
            <a:extLst>
              <a:ext uri="{FF2B5EF4-FFF2-40B4-BE49-F238E27FC236}">
                <a16:creationId xmlns:a16="http://schemas.microsoft.com/office/drawing/2014/main" id="{5F1A9076-55C1-E7FF-EE98-88A71D6EC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943" y="822960"/>
            <a:ext cx="5486115" cy="36347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31D3BBA-BC94-6408-655E-F46A1BDB4731}"/>
              </a:ext>
            </a:extLst>
          </p:cNvPr>
          <p:cNvSpPr/>
          <p:nvPr/>
        </p:nvSpPr>
        <p:spPr>
          <a:xfrm>
            <a:off x="411480" y="45217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1.1 :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Schématique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</a:t>
            </a: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000" i="1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sonomètre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91617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du PCB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/>
          </a:p>
        </p:txBody>
      </p:sp>
      <p:pic>
        <p:nvPicPr>
          <p:cNvPr id="5" name="Image 0" descr="/home/claude/media2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83608"/>
            <a:ext cx="4023360" cy="2159164"/>
          </a:xfrm>
          <a:prstGeom prst="rect">
            <a:avLst/>
          </a:prstGeom>
        </p:spPr>
      </p:pic>
      <p:pic>
        <p:nvPicPr>
          <p:cNvPr id="6" name="Image 1" descr="/home/claude/media2/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583608"/>
            <a:ext cx="4023360" cy="21623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8525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 : Vue 3D du PCB (KiCad)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du boîtier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/>
          </a:p>
        </p:txBody>
      </p:sp>
      <p:pic>
        <p:nvPicPr>
          <p:cNvPr id="5" name="Image 0" descr="/home/claude/media2/image18.png"/>
          <p:cNvPicPr>
            <a:picLocks noChangeAspect="1"/>
          </p:cNvPicPr>
          <p:nvPr/>
        </p:nvPicPr>
        <p:blipFill>
          <a:blip r:embed="rId3"/>
          <a:srcRect l="35349" t="-1846" r="-1123" b="-2040"/>
          <a:stretch>
            <a:fillRect/>
          </a:stretch>
        </p:blipFill>
        <p:spPr>
          <a:xfrm>
            <a:off x="795604" y="1282505"/>
            <a:ext cx="3433316" cy="2258749"/>
          </a:xfrm>
          <a:prstGeom prst="rect">
            <a:avLst/>
          </a:prstGeom>
        </p:spPr>
      </p:pic>
      <p:pic>
        <p:nvPicPr>
          <p:cNvPr id="6" name="Image 1" descr="/home/claude/media2/image19.png"/>
          <p:cNvPicPr>
            <a:picLocks noChangeAspect="1"/>
          </p:cNvPicPr>
          <p:nvPr/>
        </p:nvPicPr>
        <p:blipFill>
          <a:blip r:embed="rId4"/>
          <a:srcRect l="26297" t="4037" r="14879"/>
          <a:stretch>
            <a:fillRect/>
          </a:stretch>
        </p:blipFill>
        <p:spPr>
          <a:xfrm>
            <a:off x="4830955" y="1199884"/>
            <a:ext cx="3180887" cy="22534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656612"/>
            <a:ext cx="83210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Figure 10 : </a:t>
            </a:r>
            <a:r>
              <a:rPr lang="en-US" sz="1000" i="1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Rendu</a:t>
            </a:r>
            <a:r>
              <a:rPr lang="en-US" sz="100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3D des deux parties du </a:t>
            </a:r>
            <a:r>
              <a:rPr lang="en-US" sz="1000" i="1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boîtier</a:t>
            </a:r>
            <a:r>
              <a:rPr lang="en-US" sz="100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(SolidWork)</a:t>
            </a:r>
            <a:endParaRPr 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001F"/>
          </a:solidFill>
          <a:ln w="12700">
            <a:solidFill>
              <a:srgbClr val="C1001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3106337" y="1281846"/>
            <a:ext cx="274432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8641080" y="47960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247266B-9ACF-498D-450F-ACFC9B6BDF95}"/>
              </a:ext>
            </a:extLst>
          </p:cNvPr>
          <p:cNvSpPr txBox="1"/>
          <p:nvPr/>
        </p:nvSpPr>
        <p:spPr>
          <a:xfrm>
            <a:off x="1828298" y="2336003"/>
            <a:ext cx="548740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+mn-lt"/>
                <a:cs typeface="+mn-lt"/>
              </a:rPr>
              <a:t>Comment </a:t>
            </a:r>
            <a:r>
              <a:rPr lang="en-US" sz="1400" err="1">
                <a:ea typeface="+mn-lt"/>
                <a:cs typeface="+mn-lt"/>
              </a:rPr>
              <a:t>supprimer</a:t>
            </a:r>
            <a:r>
              <a:rPr lang="en-US" sz="1400">
                <a:ea typeface="+mn-lt"/>
                <a:cs typeface="+mn-lt"/>
              </a:rPr>
              <a:t> le </a:t>
            </a:r>
            <a:r>
              <a:rPr lang="en-US" sz="1400" err="1">
                <a:ea typeface="+mn-lt"/>
                <a:cs typeface="+mn-lt"/>
              </a:rPr>
              <a:t>phénomène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d’osciallation</a:t>
            </a:r>
            <a:r>
              <a:rPr lang="en-US" sz="1400">
                <a:ea typeface="+mn-lt"/>
                <a:cs typeface="+mn-lt"/>
              </a:rPr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+mn-lt"/>
                <a:cs typeface="+mn-lt"/>
              </a:rPr>
              <a:t>Le </a:t>
            </a:r>
            <a:r>
              <a:rPr lang="en-US" sz="1400" err="1">
                <a:ea typeface="+mn-lt"/>
                <a:cs typeface="+mn-lt"/>
              </a:rPr>
              <a:t>boîtier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réalisé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entraîne</a:t>
            </a:r>
            <a:r>
              <a:rPr lang="en-US" sz="1400">
                <a:ea typeface="+mn-lt"/>
                <a:cs typeface="+mn-lt"/>
              </a:rPr>
              <a:t>-t-il des </a:t>
            </a:r>
            <a:r>
              <a:rPr lang="en-US" sz="1400" err="1">
                <a:ea typeface="+mn-lt"/>
                <a:cs typeface="+mn-lt"/>
              </a:rPr>
              <a:t>résonances</a:t>
            </a:r>
            <a:r>
              <a:rPr lang="en-US" sz="1400">
                <a:ea typeface="+mn-lt"/>
                <a:cs typeface="+mn-lt"/>
              </a:rPr>
              <a:t> ? </a:t>
            </a:r>
            <a:endParaRPr lang="fr-FR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+mn-lt"/>
                <a:cs typeface="+mn-lt"/>
              </a:rPr>
              <a:t>A quelle point la tension (</a:t>
            </a:r>
            <a:r>
              <a:rPr lang="en-US" sz="1400" err="1">
                <a:ea typeface="+mn-lt"/>
                <a:cs typeface="+mn-lt"/>
              </a:rPr>
              <a:t>niveau</a:t>
            </a:r>
            <a:r>
              <a:rPr lang="en-US" sz="1400">
                <a:ea typeface="+mn-lt"/>
                <a:cs typeface="+mn-lt"/>
              </a:rPr>
              <a:t> de charge) de la batterie </a:t>
            </a:r>
            <a:r>
              <a:rPr lang="en-US" sz="1400" err="1">
                <a:ea typeface="+mn-lt"/>
                <a:cs typeface="+mn-lt"/>
              </a:rPr>
              <a:t>influe</a:t>
            </a:r>
            <a:r>
              <a:rPr lang="en-US" sz="1400">
                <a:ea typeface="+mn-lt"/>
                <a:cs typeface="+mn-lt"/>
              </a:rPr>
              <a:t>-t-</a:t>
            </a:r>
            <a:r>
              <a:rPr lang="en-US" sz="1400" err="1">
                <a:ea typeface="+mn-lt"/>
                <a:cs typeface="+mn-lt"/>
              </a:rPr>
              <a:t>elle</a:t>
            </a:r>
            <a:r>
              <a:rPr lang="en-US" sz="1400">
                <a:ea typeface="+mn-lt"/>
                <a:cs typeface="+mn-lt"/>
              </a:rPr>
              <a:t> sur les </a:t>
            </a:r>
            <a:r>
              <a:rPr lang="en-US" sz="1400" err="1">
                <a:ea typeface="+mn-lt"/>
                <a:cs typeface="+mn-lt"/>
              </a:rPr>
              <a:t>mesures</a:t>
            </a:r>
            <a:r>
              <a:rPr lang="en-US" sz="1400">
                <a:ea typeface="+mn-lt"/>
                <a:cs typeface="+mn-lt"/>
              </a:rPr>
              <a:t> ?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2026-06-02T11:19:51Z</dcterms:created>
  <dcterms:modified xsi:type="dcterms:W3CDTF">2026-06-02T12:53:27Z</dcterms:modified>
</cp:coreProperties>
</file>